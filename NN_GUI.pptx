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6"/>
  </p:notesMasterIdLst>
  <p:sldIdLst>
    <p:sldId id="4462" r:id="rId5"/>
    <p:sldId id="4440" r:id="rId6"/>
    <p:sldId id="4441" r:id="rId7"/>
    <p:sldId id="4463" r:id="rId8"/>
    <p:sldId id="4465" r:id="rId9"/>
    <p:sldId id="4464" r:id="rId10"/>
    <p:sldId id="4467" r:id="rId11"/>
    <p:sldId id="4468" r:id="rId12"/>
    <p:sldId id="4466" r:id="rId13"/>
    <p:sldId id="4469" r:id="rId14"/>
    <p:sldId id="4470" r:id="rId15"/>
    <p:sldId id="4471" r:id="rId16"/>
    <p:sldId id="4472" r:id="rId17"/>
    <p:sldId id="4474" r:id="rId18"/>
    <p:sldId id="4442" r:id="rId19"/>
    <p:sldId id="4473" r:id="rId20"/>
    <p:sldId id="4475" r:id="rId21"/>
    <p:sldId id="4476" r:id="rId22"/>
    <p:sldId id="4478" r:id="rId23"/>
    <p:sldId id="4477" r:id="rId24"/>
    <p:sldId id="4479" r:id="rId25"/>
    <p:sldId id="4480" r:id="rId26"/>
    <p:sldId id="4481" r:id="rId27"/>
    <p:sldId id="4482" r:id="rId28"/>
    <p:sldId id="4483" r:id="rId29"/>
    <p:sldId id="4484" r:id="rId30"/>
    <p:sldId id="4485" r:id="rId31"/>
    <p:sldId id="4486" r:id="rId32"/>
    <p:sldId id="4487" r:id="rId33"/>
    <p:sldId id="4488" r:id="rId34"/>
    <p:sldId id="4444" r:id="rId35"/>
    <p:sldId id="4489" r:id="rId36"/>
    <p:sldId id="4490" r:id="rId37"/>
    <p:sldId id="4491" r:id="rId38"/>
    <p:sldId id="4492" r:id="rId39"/>
    <p:sldId id="4493" r:id="rId40"/>
    <p:sldId id="4494" r:id="rId41"/>
    <p:sldId id="4495" r:id="rId42"/>
    <p:sldId id="4496" r:id="rId43"/>
    <p:sldId id="4497" r:id="rId44"/>
    <p:sldId id="4498" r:id="rId4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FFFF"/>
    <a:srgbClr val="CCE4F7"/>
    <a:srgbClr val="E3EEF5"/>
    <a:srgbClr val="CCDDEC"/>
    <a:srgbClr val="DBEB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F7D2CD-7A1F-B54B-B2BD-4C0FBD8403D0}" v="226" dt="2025-06-19T10:21:47.1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655" autoAdjust="0"/>
    <p:restoredTop sz="94640"/>
  </p:normalViewPr>
  <p:slideViewPr>
    <p:cSldViewPr snapToGrid="0">
      <p:cViewPr>
        <p:scale>
          <a:sx n="88" d="100"/>
          <a:sy n="88" d="100"/>
        </p:scale>
        <p:origin x="296" y="4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Thanh Uyen" userId="97a8ef35-95e7-46b1-8490-f00ef7a82a6a" providerId="ADAL" clId="{D7F7D2CD-7A1F-B54B-B2BD-4C0FBD8403D0}"/>
    <pc:docChg chg="undo redo custSel addSld delSld modSld sldOrd">
      <pc:chgData name="Nguyen Thanh Uyen" userId="97a8ef35-95e7-46b1-8490-f00ef7a82a6a" providerId="ADAL" clId="{D7F7D2CD-7A1F-B54B-B2BD-4C0FBD8403D0}" dt="2025-06-19T10:22:49.330" v="5362" actId="1076"/>
      <pc:docMkLst>
        <pc:docMk/>
      </pc:docMkLst>
      <pc:sldChg chg="del">
        <pc:chgData name="Nguyen Thanh Uyen" userId="97a8ef35-95e7-46b1-8490-f00ef7a82a6a" providerId="ADAL" clId="{D7F7D2CD-7A1F-B54B-B2BD-4C0FBD8403D0}" dt="2025-06-17T18:05:22.812" v="323" actId="2696"/>
        <pc:sldMkLst>
          <pc:docMk/>
          <pc:sldMk cId="715814025" sldId="262"/>
        </pc:sldMkLst>
      </pc:sldChg>
      <pc:sldChg chg="del">
        <pc:chgData name="Nguyen Thanh Uyen" userId="97a8ef35-95e7-46b1-8490-f00ef7a82a6a" providerId="ADAL" clId="{D7F7D2CD-7A1F-B54B-B2BD-4C0FBD8403D0}" dt="2025-06-17T18:05:15.635" v="322" actId="2696"/>
        <pc:sldMkLst>
          <pc:docMk/>
          <pc:sldMk cId="2525654131" sldId="263"/>
        </pc:sldMkLst>
      </pc:sldChg>
      <pc:sldChg chg="del">
        <pc:chgData name="Nguyen Thanh Uyen" userId="97a8ef35-95e7-46b1-8490-f00ef7a82a6a" providerId="ADAL" clId="{D7F7D2CD-7A1F-B54B-B2BD-4C0FBD8403D0}" dt="2025-06-19T08:42:37.137" v="4486" actId="2696"/>
        <pc:sldMkLst>
          <pc:docMk/>
          <pc:sldMk cId="4055649276" sldId="4392"/>
        </pc:sldMkLst>
      </pc:sldChg>
      <pc:sldChg chg="del">
        <pc:chgData name="Nguyen Thanh Uyen" userId="97a8ef35-95e7-46b1-8490-f00ef7a82a6a" providerId="ADAL" clId="{D7F7D2CD-7A1F-B54B-B2BD-4C0FBD8403D0}" dt="2025-06-18T07:41:44.842" v="825" actId="2696"/>
        <pc:sldMkLst>
          <pc:docMk/>
          <pc:sldMk cId="4095160564" sldId="4431"/>
        </pc:sldMkLst>
      </pc:sldChg>
      <pc:sldChg chg="del">
        <pc:chgData name="Nguyen Thanh Uyen" userId="97a8ef35-95e7-46b1-8490-f00ef7a82a6a" providerId="ADAL" clId="{D7F7D2CD-7A1F-B54B-B2BD-4C0FBD8403D0}" dt="2025-06-18T07:41:53.792" v="826" actId="2696"/>
        <pc:sldMkLst>
          <pc:docMk/>
          <pc:sldMk cId="557859808" sldId="4432"/>
        </pc:sldMkLst>
      </pc:sldChg>
      <pc:sldChg chg="delSp modSp del mod">
        <pc:chgData name="Nguyen Thanh Uyen" userId="97a8ef35-95e7-46b1-8490-f00ef7a82a6a" providerId="ADAL" clId="{D7F7D2CD-7A1F-B54B-B2BD-4C0FBD8403D0}" dt="2025-06-18T08:41:27.447" v="1363" actId="2696"/>
        <pc:sldMkLst>
          <pc:docMk/>
          <pc:sldMk cId="1001443897" sldId="4434"/>
        </pc:sldMkLst>
        <pc:spChg chg="del">
          <ac:chgData name="Nguyen Thanh Uyen" userId="97a8ef35-95e7-46b1-8490-f00ef7a82a6a" providerId="ADAL" clId="{D7F7D2CD-7A1F-B54B-B2BD-4C0FBD8403D0}" dt="2025-06-18T08:41:00.226" v="1357" actId="478"/>
          <ac:spMkLst>
            <pc:docMk/>
            <pc:sldMk cId="1001443897" sldId="4434"/>
            <ac:spMk id="8" creationId="{AAA3F9BF-6394-CAFF-E99A-9752F7941F53}"/>
          </ac:spMkLst>
        </pc:spChg>
        <pc:spChg chg="del">
          <ac:chgData name="Nguyen Thanh Uyen" userId="97a8ef35-95e7-46b1-8490-f00ef7a82a6a" providerId="ADAL" clId="{D7F7D2CD-7A1F-B54B-B2BD-4C0FBD8403D0}" dt="2025-06-18T08:41:01.739" v="1358" actId="478"/>
          <ac:spMkLst>
            <pc:docMk/>
            <pc:sldMk cId="1001443897" sldId="4434"/>
            <ac:spMk id="9" creationId="{13B3BB67-0F63-90F4-FAA7-5240FF5A3CD6}"/>
          </ac:spMkLst>
        </pc:spChg>
        <pc:spChg chg="del">
          <ac:chgData name="Nguyen Thanh Uyen" userId="97a8ef35-95e7-46b1-8490-f00ef7a82a6a" providerId="ADAL" clId="{D7F7D2CD-7A1F-B54B-B2BD-4C0FBD8403D0}" dt="2025-06-18T08:40:48.674" v="1354" actId="478"/>
          <ac:spMkLst>
            <pc:docMk/>
            <pc:sldMk cId="1001443897" sldId="4434"/>
            <ac:spMk id="12" creationId="{E85067BE-3967-43D0-9E0A-08814F4A680C}"/>
          </ac:spMkLst>
        </pc:spChg>
        <pc:spChg chg="del">
          <ac:chgData name="Nguyen Thanh Uyen" userId="97a8ef35-95e7-46b1-8490-f00ef7a82a6a" providerId="ADAL" clId="{D7F7D2CD-7A1F-B54B-B2BD-4C0FBD8403D0}" dt="2025-06-18T08:40:58.772" v="1356" actId="478"/>
          <ac:spMkLst>
            <pc:docMk/>
            <pc:sldMk cId="1001443897" sldId="4434"/>
            <ac:spMk id="18" creationId="{39B4967A-C4D6-4B01-8226-08AA65A50D09}"/>
          </ac:spMkLst>
        </pc:spChg>
        <pc:spChg chg="del">
          <ac:chgData name="Nguyen Thanh Uyen" userId="97a8ef35-95e7-46b1-8490-f00ef7a82a6a" providerId="ADAL" clId="{D7F7D2CD-7A1F-B54B-B2BD-4C0FBD8403D0}" dt="2025-06-18T08:40:50.339" v="1355" actId="478"/>
          <ac:spMkLst>
            <pc:docMk/>
            <pc:sldMk cId="1001443897" sldId="4434"/>
            <ac:spMk id="22" creationId="{335F2B91-A974-4754-9F37-4E13DC4937B3}"/>
          </ac:spMkLst>
        </pc:spChg>
        <pc:spChg chg="mod">
          <ac:chgData name="Nguyen Thanh Uyen" userId="97a8ef35-95e7-46b1-8490-f00ef7a82a6a" providerId="ADAL" clId="{D7F7D2CD-7A1F-B54B-B2BD-4C0FBD8403D0}" dt="2025-06-18T08:39:54.056" v="1347" actId="20577"/>
          <ac:spMkLst>
            <pc:docMk/>
            <pc:sldMk cId="1001443897" sldId="4434"/>
            <ac:spMk id="31" creationId="{C0AF3A45-F9D7-A009-40E0-3EA5B2B5FEB0}"/>
          </ac:spMkLst>
        </pc:spChg>
        <pc:spChg chg="del mod">
          <ac:chgData name="Nguyen Thanh Uyen" userId="97a8ef35-95e7-46b1-8490-f00ef7a82a6a" providerId="ADAL" clId="{D7F7D2CD-7A1F-B54B-B2BD-4C0FBD8403D0}" dt="2025-06-18T08:41:11.542" v="1361" actId="478"/>
          <ac:spMkLst>
            <pc:docMk/>
            <pc:sldMk cId="1001443897" sldId="4434"/>
            <ac:spMk id="69" creationId="{111D5C0C-107D-0E33-DD6A-D4DA5D6BDE23}"/>
          </ac:spMkLst>
        </pc:spChg>
        <pc:spChg chg="del">
          <ac:chgData name="Nguyen Thanh Uyen" userId="97a8ef35-95e7-46b1-8490-f00ef7a82a6a" providerId="ADAL" clId="{D7F7D2CD-7A1F-B54B-B2BD-4C0FBD8403D0}" dt="2025-06-18T08:41:17.129" v="1362" actId="478"/>
          <ac:spMkLst>
            <pc:docMk/>
            <pc:sldMk cId="1001443897" sldId="4434"/>
            <ac:spMk id="78" creationId="{E64AF691-B9C4-4C18-BEAE-1111DD053AC6}"/>
          </ac:spMkLst>
        </pc:spChg>
        <pc:grpChg chg="del">
          <ac:chgData name="Nguyen Thanh Uyen" userId="97a8ef35-95e7-46b1-8490-f00ef7a82a6a" providerId="ADAL" clId="{D7F7D2CD-7A1F-B54B-B2BD-4C0FBD8403D0}" dt="2025-06-18T08:41:06.191" v="1359" actId="478"/>
          <ac:grpSpMkLst>
            <pc:docMk/>
            <pc:sldMk cId="1001443897" sldId="4434"/>
            <ac:grpSpMk id="7" creationId="{DC22A425-6029-0EF2-6433-0EFDBA328711}"/>
          </ac:grpSpMkLst>
        </pc:grpChg>
      </pc:sldChg>
      <pc:sldChg chg="del">
        <pc:chgData name="Nguyen Thanh Uyen" userId="97a8ef35-95e7-46b1-8490-f00ef7a82a6a" providerId="ADAL" clId="{D7F7D2CD-7A1F-B54B-B2BD-4C0FBD8403D0}" dt="2025-06-18T08:41:36.903" v="1365" actId="2696"/>
        <pc:sldMkLst>
          <pc:docMk/>
          <pc:sldMk cId="3630747320" sldId="4436"/>
        </pc:sldMkLst>
      </pc:sldChg>
      <pc:sldChg chg="del">
        <pc:chgData name="Nguyen Thanh Uyen" userId="97a8ef35-95e7-46b1-8490-f00ef7a82a6a" providerId="ADAL" clId="{D7F7D2CD-7A1F-B54B-B2BD-4C0FBD8403D0}" dt="2025-06-18T13:52:58.897" v="2175" actId="2696"/>
        <pc:sldMkLst>
          <pc:docMk/>
          <pc:sldMk cId="1656143269" sldId="4437"/>
        </pc:sldMkLst>
      </pc:sldChg>
      <pc:sldChg chg="del">
        <pc:chgData name="Nguyen Thanh Uyen" userId="97a8ef35-95e7-46b1-8490-f00ef7a82a6a" providerId="ADAL" clId="{D7F7D2CD-7A1F-B54B-B2BD-4C0FBD8403D0}" dt="2025-06-18T13:52:59.276" v="2176" actId="2696"/>
        <pc:sldMkLst>
          <pc:docMk/>
          <pc:sldMk cId="2532051861" sldId="4438"/>
        </pc:sldMkLst>
      </pc:sldChg>
      <pc:sldChg chg="del">
        <pc:chgData name="Nguyen Thanh Uyen" userId="97a8ef35-95e7-46b1-8490-f00ef7a82a6a" providerId="ADAL" clId="{D7F7D2CD-7A1F-B54B-B2BD-4C0FBD8403D0}" dt="2025-06-18T13:52:59.608" v="2177" actId="2696"/>
        <pc:sldMkLst>
          <pc:docMk/>
          <pc:sldMk cId="2020978524" sldId="4439"/>
        </pc:sldMkLst>
      </pc:sldChg>
      <pc:sldChg chg="addSp delSp modSp mod">
        <pc:chgData name="Nguyen Thanh Uyen" userId="97a8ef35-95e7-46b1-8490-f00ef7a82a6a" providerId="ADAL" clId="{D7F7D2CD-7A1F-B54B-B2BD-4C0FBD8403D0}" dt="2025-06-17T18:04:43.064" v="296" actId="478"/>
        <pc:sldMkLst>
          <pc:docMk/>
          <pc:sldMk cId="553417447" sldId="4440"/>
        </pc:sldMkLst>
        <pc:spChg chg="del mod">
          <ac:chgData name="Nguyen Thanh Uyen" userId="97a8ef35-95e7-46b1-8490-f00ef7a82a6a" providerId="ADAL" clId="{D7F7D2CD-7A1F-B54B-B2BD-4C0FBD8403D0}" dt="2025-06-17T17:55:37.258" v="4" actId="478"/>
          <ac:spMkLst>
            <pc:docMk/>
            <pc:sldMk cId="553417447" sldId="4440"/>
            <ac:spMk id="5" creationId="{5E699154-313E-490F-AD4D-B142F50A96CB}"/>
          </ac:spMkLst>
        </pc:spChg>
        <pc:spChg chg="add mod">
          <ac:chgData name="Nguyen Thanh Uyen" userId="97a8ef35-95e7-46b1-8490-f00ef7a82a6a" providerId="ADAL" clId="{D7F7D2CD-7A1F-B54B-B2BD-4C0FBD8403D0}" dt="2025-06-17T17:58:16.984" v="32" actId="14100"/>
          <ac:spMkLst>
            <pc:docMk/>
            <pc:sldMk cId="553417447" sldId="4440"/>
            <ac:spMk id="7" creationId="{428AB280-4285-880C-D784-1F760DD3CF99}"/>
          </ac:spMkLst>
        </pc:spChg>
        <pc:spChg chg="add mod">
          <ac:chgData name="Nguyen Thanh Uyen" userId="97a8ef35-95e7-46b1-8490-f00ef7a82a6a" providerId="ADAL" clId="{D7F7D2CD-7A1F-B54B-B2BD-4C0FBD8403D0}" dt="2025-06-17T17:59:10.181" v="100" actId="1076"/>
          <ac:spMkLst>
            <pc:docMk/>
            <pc:sldMk cId="553417447" sldId="4440"/>
            <ac:spMk id="8" creationId="{690A74EC-FBB1-C3D2-A0D8-77FD81F5AC65}"/>
          </ac:spMkLst>
        </pc:spChg>
        <pc:spChg chg="add mod">
          <ac:chgData name="Nguyen Thanh Uyen" userId="97a8ef35-95e7-46b1-8490-f00ef7a82a6a" providerId="ADAL" clId="{D7F7D2CD-7A1F-B54B-B2BD-4C0FBD8403D0}" dt="2025-06-17T18:00:39.256" v="177" actId="1076"/>
          <ac:spMkLst>
            <pc:docMk/>
            <pc:sldMk cId="553417447" sldId="4440"/>
            <ac:spMk id="9" creationId="{6A0738F8-1F40-704D-3860-23C98FE34D79}"/>
          </ac:spMkLst>
        </pc:spChg>
        <pc:spChg chg="add mod">
          <ac:chgData name="Nguyen Thanh Uyen" userId="97a8ef35-95e7-46b1-8490-f00ef7a82a6a" providerId="ADAL" clId="{D7F7D2CD-7A1F-B54B-B2BD-4C0FBD8403D0}" dt="2025-06-17T18:02:16.876" v="268" actId="1076"/>
          <ac:spMkLst>
            <pc:docMk/>
            <pc:sldMk cId="553417447" sldId="4440"/>
            <ac:spMk id="10" creationId="{C1D472A1-AF3E-E70D-CCCC-6568139468F4}"/>
          </ac:spMkLst>
        </pc:spChg>
        <pc:spChg chg="add del mod">
          <ac:chgData name="Nguyen Thanh Uyen" userId="97a8ef35-95e7-46b1-8490-f00ef7a82a6a" providerId="ADAL" clId="{D7F7D2CD-7A1F-B54B-B2BD-4C0FBD8403D0}" dt="2025-06-17T18:04:43.064" v="296" actId="478"/>
          <ac:spMkLst>
            <pc:docMk/>
            <pc:sldMk cId="553417447" sldId="4440"/>
            <ac:spMk id="28" creationId="{B7E53FAB-E07C-FE3C-47EF-2F488ED58160}"/>
          </ac:spMkLst>
        </pc:spChg>
        <pc:picChg chg="add del mod">
          <ac:chgData name="Nguyen Thanh Uyen" userId="97a8ef35-95e7-46b1-8490-f00ef7a82a6a" providerId="ADAL" clId="{D7F7D2CD-7A1F-B54B-B2BD-4C0FBD8403D0}" dt="2025-06-17T17:56:06.817" v="9" actId="478"/>
          <ac:picMkLst>
            <pc:docMk/>
            <pc:sldMk cId="553417447" sldId="4440"/>
            <ac:picMk id="3" creationId="{B2609345-A3F8-6265-AE60-61DFBE8114B8}"/>
          </ac:picMkLst>
        </pc:picChg>
        <pc:picChg chg="add mod">
          <ac:chgData name="Nguyen Thanh Uyen" userId="97a8ef35-95e7-46b1-8490-f00ef7a82a6a" providerId="ADAL" clId="{D7F7D2CD-7A1F-B54B-B2BD-4C0FBD8403D0}" dt="2025-06-17T18:04:40.926" v="295" actId="1076"/>
          <ac:picMkLst>
            <pc:docMk/>
            <pc:sldMk cId="553417447" sldId="4440"/>
            <ac:picMk id="6" creationId="{BF84CB75-CB5D-CED2-2D64-9987243CE54A}"/>
          </ac:picMkLst>
        </pc:picChg>
        <pc:cxnChg chg="add mod">
          <ac:chgData name="Nguyen Thanh Uyen" userId="97a8ef35-95e7-46b1-8490-f00ef7a82a6a" providerId="ADAL" clId="{D7F7D2CD-7A1F-B54B-B2BD-4C0FBD8403D0}" dt="2025-06-17T18:03:16.700" v="287" actId="14100"/>
          <ac:cxnSpMkLst>
            <pc:docMk/>
            <pc:sldMk cId="553417447" sldId="4440"/>
            <ac:cxnSpMk id="11" creationId="{F7AA4CB6-556F-B7D8-E118-2DC97C113B95}"/>
          </ac:cxnSpMkLst>
        </pc:cxnChg>
        <pc:cxnChg chg="add mod">
          <ac:chgData name="Nguyen Thanh Uyen" userId="97a8ef35-95e7-46b1-8490-f00ef7a82a6a" providerId="ADAL" clId="{D7F7D2CD-7A1F-B54B-B2BD-4C0FBD8403D0}" dt="2025-06-17T18:03:12.778" v="286" actId="14100"/>
          <ac:cxnSpMkLst>
            <pc:docMk/>
            <pc:sldMk cId="553417447" sldId="4440"/>
            <ac:cxnSpMk id="15" creationId="{CC1B8B1D-9F92-AA96-C67A-873DDF6D67DD}"/>
          </ac:cxnSpMkLst>
        </pc:cxnChg>
        <pc:cxnChg chg="add mod">
          <ac:chgData name="Nguyen Thanh Uyen" userId="97a8ef35-95e7-46b1-8490-f00ef7a82a6a" providerId="ADAL" clId="{D7F7D2CD-7A1F-B54B-B2BD-4C0FBD8403D0}" dt="2025-06-17T18:03:08.869" v="285" actId="14100"/>
          <ac:cxnSpMkLst>
            <pc:docMk/>
            <pc:sldMk cId="553417447" sldId="4440"/>
            <ac:cxnSpMk id="18" creationId="{26F5D4C9-9986-3474-49FE-2AD2479EE2F3}"/>
          </ac:cxnSpMkLst>
        </pc:cxnChg>
        <pc:cxnChg chg="add mod">
          <ac:chgData name="Nguyen Thanh Uyen" userId="97a8ef35-95e7-46b1-8490-f00ef7a82a6a" providerId="ADAL" clId="{D7F7D2CD-7A1F-B54B-B2BD-4C0FBD8403D0}" dt="2025-06-17T18:03:23.978" v="288" actId="14100"/>
          <ac:cxnSpMkLst>
            <pc:docMk/>
            <pc:sldMk cId="553417447" sldId="4440"/>
            <ac:cxnSpMk id="21" creationId="{02A8A734-3261-607D-EF48-95F5EFF01FE1}"/>
          </ac:cxnSpMkLst>
        </pc:cxnChg>
      </pc:sldChg>
      <pc:sldChg chg="addSp delSp modSp mod ord">
        <pc:chgData name="Nguyen Thanh Uyen" userId="97a8ef35-95e7-46b1-8490-f00ef7a82a6a" providerId="ADAL" clId="{D7F7D2CD-7A1F-B54B-B2BD-4C0FBD8403D0}" dt="2025-06-17T18:06:11.613" v="328" actId="478"/>
        <pc:sldMkLst>
          <pc:docMk/>
          <pc:sldMk cId="3656642268" sldId="4441"/>
        </pc:sldMkLst>
        <pc:picChg chg="add del mod">
          <ac:chgData name="Nguyen Thanh Uyen" userId="97a8ef35-95e7-46b1-8490-f00ef7a82a6a" providerId="ADAL" clId="{D7F7D2CD-7A1F-B54B-B2BD-4C0FBD8403D0}" dt="2025-06-17T18:06:11.613" v="328" actId="478"/>
          <ac:picMkLst>
            <pc:docMk/>
            <pc:sldMk cId="3656642268" sldId="4441"/>
            <ac:picMk id="3" creationId="{8C1708FE-F113-E701-48C0-9428114918CD}"/>
          </ac:picMkLst>
        </pc:picChg>
      </pc:sldChg>
      <pc:sldChg chg="addSp modSp del">
        <pc:chgData name="Nguyen Thanh Uyen" userId="97a8ef35-95e7-46b1-8490-f00ef7a82a6a" providerId="ADAL" clId="{D7F7D2CD-7A1F-B54B-B2BD-4C0FBD8403D0}" dt="2025-06-18T15:23:54.139" v="3006" actId="2696"/>
        <pc:sldMkLst>
          <pc:docMk/>
          <pc:sldMk cId="604293909" sldId="4443"/>
        </pc:sldMkLst>
        <pc:spChg chg="add mod">
          <ac:chgData name="Nguyen Thanh Uyen" userId="97a8ef35-95e7-46b1-8490-f00ef7a82a6a" providerId="ADAL" clId="{D7F7D2CD-7A1F-B54B-B2BD-4C0FBD8403D0}" dt="2025-06-18T14:37:08.328" v="2671"/>
          <ac:spMkLst>
            <pc:docMk/>
            <pc:sldMk cId="604293909" sldId="4443"/>
            <ac:spMk id="5" creationId="{68F1FF35-255C-0DE9-9B74-DDA5309CAA67}"/>
          </ac:spMkLst>
        </pc:spChg>
      </pc:sldChg>
      <pc:sldChg chg="addSp delSp modSp del mod">
        <pc:chgData name="Nguyen Thanh Uyen" userId="97a8ef35-95e7-46b1-8490-f00ef7a82a6a" providerId="ADAL" clId="{D7F7D2CD-7A1F-B54B-B2BD-4C0FBD8403D0}" dt="2025-06-19T08:41:38.117" v="4482" actId="2696"/>
        <pc:sldMkLst>
          <pc:docMk/>
          <pc:sldMk cId="773734184" sldId="4445"/>
        </pc:sldMkLst>
        <pc:spChg chg="mod">
          <ac:chgData name="Nguyen Thanh Uyen" userId="97a8ef35-95e7-46b1-8490-f00ef7a82a6a" providerId="ADAL" clId="{D7F7D2CD-7A1F-B54B-B2BD-4C0FBD8403D0}" dt="2025-06-19T08:36:10.158" v="4369" actId="255"/>
          <ac:spMkLst>
            <pc:docMk/>
            <pc:sldMk cId="773734184" sldId="4445"/>
            <ac:spMk id="39" creationId="{EFFC24A6-E281-43D3-B0C9-E64C77E66239}"/>
          </ac:spMkLst>
        </pc:spChg>
        <pc:spChg chg="add del mod">
          <ac:chgData name="Nguyen Thanh Uyen" userId="97a8ef35-95e7-46b1-8490-f00ef7a82a6a" providerId="ADAL" clId="{D7F7D2CD-7A1F-B54B-B2BD-4C0FBD8403D0}" dt="2025-06-19T08:35:53.966" v="4366"/>
          <ac:spMkLst>
            <pc:docMk/>
            <pc:sldMk cId="773734184" sldId="4445"/>
            <ac:spMk id="40" creationId="{507EDD68-A24D-4472-B9ED-A55FAB557828}"/>
          </ac:spMkLst>
        </pc:spChg>
        <pc:picChg chg="add del mod">
          <ac:chgData name="Nguyen Thanh Uyen" userId="97a8ef35-95e7-46b1-8490-f00ef7a82a6a" providerId="ADAL" clId="{D7F7D2CD-7A1F-B54B-B2BD-4C0FBD8403D0}" dt="2025-06-19T08:30:39.886" v="4287" actId="478"/>
          <ac:picMkLst>
            <pc:docMk/>
            <pc:sldMk cId="773734184" sldId="4445"/>
            <ac:picMk id="10" creationId="{1C84A8F8-2D09-821C-5380-7A90E1CEDD8E}"/>
          </ac:picMkLst>
        </pc:picChg>
      </pc:sldChg>
      <pc:sldChg chg="del">
        <pc:chgData name="Nguyen Thanh Uyen" userId="97a8ef35-95e7-46b1-8490-f00ef7a82a6a" providerId="ADAL" clId="{D7F7D2CD-7A1F-B54B-B2BD-4C0FBD8403D0}" dt="2025-06-18T07:41:55.888" v="827" actId="2696"/>
        <pc:sldMkLst>
          <pc:docMk/>
          <pc:sldMk cId="1599023661" sldId="4447"/>
        </pc:sldMkLst>
      </pc:sldChg>
      <pc:sldChg chg="del">
        <pc:chgData name="Nguyen Thanh Uyen" userId="97a8ef35-95e7-46b1-8490-f00ef7a82a6a" providerId="ADAL" clId="{D7F7D2CD-7A1F-B54B-B2BD-4C0FBD8403D0}" dt="2025-06-18T07:41:43.756" v="824" actId="2696"/>
        <pc:sldMkLst>
          <pc:docMk/>
          <pc:sldMk cId="587477190" sldId="4448"/>
        </pc:sldMkLst>
      </pc:sldChg>
      <pc:sldChg chg="del">
        <pc:chgData name="Nguyen Thanh Uyen" userId="97a8ef35-95e7-46b1-8490-f00ef7a82a6a" providerId="ADAL" clId="{D7F7D2CD-7A1F-B54B-B2BD-4C0FBD8403D0}" dt="2025-06-18T13:52:58.377" v="2174" actId="2696"/>
        <pc:sldMkLst>
          <pc:docMk/>
          <pc:sldMk cId="2284006935" sldId="4449"/>
        </pc:sldMkLst>
      </pc:sldChg>
      <pc:sldChg chg="modSp del mod">
        <pc:chgData name="Nguyen Thanh Uyen" userId="97a8ef35-95e7-46b1-8490-f00ef7a82a6a" providerId="ADAL" clId="{D7F7D2CD-7A1F-B54B-B2BD-4C0FBD8403D0}" dt="2025-06-19T05:54:12.051" v="3596" actId="2696"/>
        <pc:sldMkLst>
          <pc:docMk/>
          <pc:sldMk cId="1473199727" sldId="4450"/>
        </pc:sldMkLst>
        <pc:spChg chg="mod">
          <ac:chgData name="Nguyen Thanh Uyen" userId="97a8ef35-95e7-46b1-8490-f00ef7a82a6a" providerId="ADAL" clId="{D7F7D2CD-7A1F-B54B-B2BD-4C0FBD8403D0}" dt="2025-06-18T16:25:38.865" v="3586" actId="20577"/>
          <ac:spMkLst>
            <pc:docMk/>
            <pc:sldMk cId="1473199727" sldId="4450"/>
            <ac:spMk id="67" creationId="{69BAAA0A-8796-4685-9472-AF8C01AB0E59}"/>
          </ac:spMkLst>
        </pc:spChg>
        <pc:cxnChg chg="mod">
          <ac:chgData name="Nguyen Thanh Uyen" userId="97a8ef35-95e7-46b1-8490-f00ef7a82a6a" providerId="ADAL" clId="{D7F7D2CD-7A1F-B54B-B2BD-4C0FBD8403D0}" dt="2025-06-18T16:25:10.684" v="3563" actId="14100"/>
          <ac:cxnSpMkLst>
            <pc:docMk/>
            <pc:sldMk cId="1473199727" sldId="4450"/>
            <ac:cxnSpMk id="68" creationId="{5FB98AF0-F55B-4CF3-B11D-98899BEDC9DE}"/>
          </ac:cxnSpMkLst>
        </pc:cxnChg>
      </pc:sldChg>
      <pc:sldChg chg="addSp modSp add del mod">
        <pc:chgData name="Nguyen Thanh Uyen" userId="97a8ef35-95e7-46b1-8490-f00ef7a82a6a" providerId="ADAL" clId="{D7F7D2CD-7A1F-B54B-B2BD-4C0FBD8403D0}" dt="2025-06-19T06:43:21.647" v="4041" actId="2696"/>
        <pc:sldMkLst>
          <pc:docMk/>
          <pc:sldMk cId="157879131" sldId="4451"/>
        </pc:sldMkLst>
        <pc:spChg chg="add">
          <ac:chgData name="Nguyen Thanh Uyen" userId="97a8ef35-95e7-46b1-8490-f00ef7a82a6a" providerId="ADAL" clId="{D7F7D2CD-7A1F-B54B-B2BD-4C0FBD8403D0}" dt="2025-06-19T06:36:55.512" v="3952"/>
          <ac:spMkLst>
            <pc:docMk/>
            <pc:sldMk cId="157879131" sldId="4451"/>
            <ac:spMk id="15" creationId="{9AEC1FFC-5DDD-9176-C773-C401D87A5E33}"/>
          </ac:spMkLst>
        </pc:spChg>
        <pc:spChg chg="add">
          <ac:chgData name="Nguyen Thanh Uyen" userId="97a8ef35-95e7-46b1-8490-f00ef7a82a6a" providerId="ADAL" clId="{D7F7D2CD-7A1F-B54B-B2BD-4C0FBD8403D0}" dt="2025-06-19T06:36:55.512" v="3952"/>
          <ac:spMkLst>
            <pc:docMk/>
            <pc:sldMk cId="157879131" sldId="4451"/>
            <ac:spMk id="17" creationId="{149AEA75-F171-BDDD-BA97-D621D2AE0E89}"/>
          </ac:spMkLst>
        </pc:spChg>
        <pc:spChg chg="add">
          <ac:chgData name="Nguyen Thanh Uyen" userId="97a8ef35-95e7-46b1-8490-f00ef7a82a6a" providerId="ADAL" clId="{D7F7D2CD-7A1F-B54B-B2BD-4C0FBD8403D0}" dt="2025-06-19T06:37:00.920" v="3953"/>
          <ac:spMkLst>
            <pc:docMk/>
            <pc:sldMk cId="157879131" sldId="4451"/>
            <ac:spMk id="18" creationId="{08946235-A4C9-47CC-132A-226666CF34FE}"/>
          </ac:spMkLst>
        </pc:spChg>
        <pc:spChg chg="add">
          <ac:chgData name="Nguyen Thanh Uyen" userId="97a8ef35-95e7-46b1-8490-f00ef7a82a6a" providerId="ADAL" clId="{D7F7D2CD-7A1F-B54B-B2BD-4C0FBD8403D0}" dt="2025-06-19T06:37:00.920" v="3953"/>
          <ac:spMkLst>
            <pc:docMk/>
            <pc:sldMk cId="157879131" sldId="4451"/>
            <ac:spMk id="19" creationId="{703D30F9-7422-C393-5916-C566147C3DFE}"/>
          </ac:spMkLst>
        </pc:spChg>
        <pc:spChg chg="mod">
          <ac:chgData name="Nguyen Thanh Uyen" userId="97a8ef35-95e7-46b1-8490-f00ef7a82a6a" providerId="ADAL" clId="{D7F7D2CD-7A1F-B54B-B2BD-4C0FBD8403D0}" dt="2025-06-19T06:00:09.941" v="3745" actId="14100"/>
          <ac:spMkLst>
            <pc:docMk/>
            <pc:sldMk cId="157879131" sldId="4451"/>
            <ac:spMk id="69" creationId="{4F818A21-D6CE-414D-ADF2-9919F282E0C1}"/>
          </ac:spMkLst>
        </pc:spChg>
        <pc:spChg chg="mod">
          <ac:chgData name="Nguyen Thanh Uyen" userId="97a8ef35-95e7-46b1-8490-f00ef7a82a6a" providerId="ADAL" clId="{D7F7D2CD-7A1F-B54B-B2BD-4C0FBD8403D0}" dt="2025-06-19T06:42:46.830" v="4037" actId="14100"/>
          <ac:spMkLst>
            <pc:docMk/>
            <pc:sldMk cId="157879131" sldId="4451"/>
            <ac:spMk id="75" creationId="{1172CF72-7EBC-4ADE-84F5-5C6FA0C37801}"/>
          </ac:spMkLst>
        </pc:spChg>
        <pc:spChg chg="mod">
          <ac:chgData name="Nguyen Thanh Uyen" userId="97a8ef35-95e7-46b1-8490-f00ef7a82a6a" providerId="ADAL" clId="{D7F7D2CD-7A1F-B54B-B2BD-4C0FBD8403D0}" dt="2025-06-19T06:41:49.497" v="4008"/>
          <ac:spMkLst>
            <pc:docMk/>
            <pc:sldMk cId="157879131" sldId="4451"/>
            <ac:spMk id="76" creationId="{A6A5792B-F132-4A61-82B6-CDADC9D98E6C}"/>
          </ac:spMkLst>
        </pc:spChg>
        <pc:picChg chg="add">
          <ac:chgData name="Nguyen Thanh Uyen" userId="97a8ef35-95e7-46b1-8490-f00ef7a82a6a" providerId="ADAL" clId="{D7F7D2CD-7A1F-B54B-B2BD-4C0FBD8403D0}" dt="2025-06-19T06:36:55.512" v="3952"/>
          <ac:picMkLst>
            <pc:docMk/>
            <pc:sldMk cId="157879131" sldId="4451"/>
            <ac:picMk id="1026" creationId="{D6C27A45-D54B-DBD9-47DF-4A9FE82E255B}"/>
          </ac:picMkLst>
        </pc:picChg>
        <pc:picChg chg="add">
          <ac:chgData name="Nguyen Thanh Uyen" userId="97a8ef35-95e7-46b1-8490-f00ef7a82a6a" providerId="ADAL" clId="{D7F7D2CD-7A1F-B54B-B2BD-4C0FBD8403D0}" dt="2025-06-19T06:37:00.920" v="3953"/>
          <ac:picMkLst>
            <pc:docMk/>
            <pc:sldMk cId="157879131" sldId="4451"/>
            <ac:picMk id="1029" creationId="{00951D3C-7B0F-FA6B-23C9-8E2BDDC38661}"/>
          </ac:picMkLst>
        </pc:picChg>
        <pc:cxnChg chg="mod">
          <ac:chgData name="Nguyen Thanh Uyen" userId="97a8ef35-95e7-46b1-8490-f00ef7a82a6a" providerId="ADAL" clId="{D7F7D2CD-7A1F-B54B-B2BD-4C0FBD8403D0}" dt="2025-06-19T06:00:09.941" v="3745" actId="14100"/>
          <ac:cxnSpMkLst>
            <pc:docMk/>
            <pc:sldMk cId="157879131" sldId="4451"/>
            <ac:cxnSpMk id="16" creationId="{6508E8F0-A205-48E1-835E-B849CCEF5B2A}"/>
          </ac:cxnSpMkLst>
        </pc:cxnChg>
      </pc:sldChg>
      <pc:sldChg chg="addSp delSp modSp del mod">
        <pc:chgData name="Nguyen Thanh Uyen" userId="97a8ef35-95e7-46b1-8490-f00ef7a82a6a" providerId="ADAL" clId="{D7F7D2CD-7A1F-B54B-B2BD-4C0FBD8403D0}" dt="2025-06-19T06:43:39.124" v="4042" actId="2696"/>
        <pc:sldMkLst>
          <pc:docMk/>
          <pc:sldMk cId="4218168707" sldId="4452"/>
        </pc:sldMkLst>
        <pc:picChg chg="add del mod">
          <ac:chgData name="Nguyen Thanh Uyen" userId="97a8ef35-95e7-46b1-8490-f00ef7a82a6a" providerId="ADAL" clId="{D7F7D2CD-7A1F-B54B-B2BD-4C0FBD8403D0}" dt="2025-06-18T14:12:35.148" v="2185" actId="478"/>
          <ac:picMkLst>
            <pc:docMk/>
            <pc:sldMk cId="4218168707" sldId="4452"/>
            <ac:picMk id="15" creationId="{590C3ED2-4EB2-04B1-7F8F-242D54F22C01}"/>
          </ac:picMkLst>
        </pc:picChg>
      </pc:sldChg>
      <pc:sldChg chg="modSp del mod">
        <pc:chgData name="Nguyen Thanh Uyen" userId="97a8ef35-95e7-46b1-8490-f00ef7a82a6a" providerId="ADAL" clId="{D7F7D2CD-7A1F-B54B-B2BD-4C0FBD8403D0}" dt="2025-06-19T06:43:47.905" v="4047" actId="2696"/>
        <pc:sldMkLst>
          <pc:docMk/>
          <pc:sldMk cId="2503839093" sldId="4453"/>
        </pc:sldMkLst>
        <pc:spChg chg="mod">
          <ac:chgData name="Nguyen Thanh Uyen" userId="97a8ef35-95e7-46b1-8490-f00ef7a82a6a" providerId="ADAL" clId="{D7F7D2CD-7A1F-B54B-B2BD-4C0FBD8403D0}" dt="2025-06-18T14:35:47.193" v="2670" actId="255"/>
          <ac:spMkLst>
            <pc:docMk/>
            <pc:sldMk cId="2503839093" sldId="4453"/>
            <ac:spMk id="77" creationId="{2D4B2C55-3849-4B80-9283-76EF0B3A6E68}"/>
          </ac:spMkLst>
        </pc:spChg>
      </pc:sldChg>
      <pc:sldChg chg="del">
        <pc:chgData name="Nguyen Thanh Uyen" userId="97a8ef35-95e7-46b1-8490-f00ef7a82a6a" providerId="ADAL" clId="{D7F7D2CD-7A1F-B54B-B2BD-4C0FBD8403D0}" dt="2025-06-19T06:43:45.772" v="4046" actId="2696"/>
        <pc:sldMkLst>
          <pc:docMk/>
          <pc:sldMk cId="2778192939" sldId="4454"/>
        </pc:sldMkLst>
      </pc:sldChg>
      <pc:sldChg chg="addSp delSp modSp del mod">
        <pc:chgData name="Nguyen Thanh Uyen" userId="97a8ef35-95e7-46b1-8490-f00ef7a82a6a" providerId="ADAL" clId="{D7F7D2CD-7A1F-B54B-B2BD-4C0FBD8403D0}" dt="2025-06-19T06:43:40.457" v="4043" actId="2696"/>
        <pc:sldMkLst>
          <pc:docMk/>
          <pc:sldMk cId="4102739521" sldId="4455"/>
        </pc:sldMkLst>
        <pc:picChg chg="add del mod">
          <ac:chgData name="Nguyen Thanh Uyen" userId="97a8ef35-95e7-46b1-8490-f00ef7a82a6a" providerId="ADAL" clId="{D7F7D2CD-7A1F-B54B-B2BD-4C0FBD8403D0}" dt="2025-06-19T06:11:34.652" v="3787" actId="478"/>
          <ac:picMkLst>
            <pc:docMk/>
            <pc:sldMk cId="4102739521" sldId="4455"/>
            <ac:picMk id="16" creationId="{7AEFA24D-920B-3B33-9828-F57E2A502B90}"/>
          </ac:picMkLst>
        </pc:picChg>
      </pc:sldChg>
      <pc:sldChg chg="del">
        <pc:chgData name="Nguyen Thanh Uyen" userId="97a8ef35-95e7-46b1-8490-f00ef7a82a6a" providerId="ADAL" clId="{D7F7D2CD-7A1F-B54B-B2BD-4C0FBD8403D0}" dt="2025-06-19T06:43:44.200" v="4045" actId="2696"/>
        <pc:sldMkLst>
          <pc:docMk/>
          <pc:sldMk cId="2741789753" sldId="4456"/>
        </pc:sldMkLst>
      </pc:sldChg>
      <pc:sldChg chg="del">
        <pc:chgData name="Nguyen Thanh Uyen" userId="97a8ef35-95e7-46b1-8490-f00ef7a82a6a" providerId="ADAL" clId="{D7F7D2CD-7A1F-B54B-B2BD-4C0FBD8403D0}" dt="2025-06-19T06:43:41.811" v="4044" actId="2696"/>
        <pc:sldMkLst>
          <pc:docMk/>
          <pc:sldMk cId="1405793960" sldId="4457"/>
        </pc:sldMkLst>
      </pc:sldChg>
      <pc:sldChg chg="del">
        <pc:chgData name="Nguyen Thanh Uyen" userId="97a8ef35-95e7-46b1-8490-f00ef7a82a6a" providerId="ADAL" clId="{D7F7D2CD-7A1F-B54B-B2BD-4C0FBD8403D0}" dt="2025-06-19T08:41:51.643" v="4484" actId="2696"/>
        <pc:sldMkLst>
          <pc:docMk/>
          <pc:sldMk cId="3022773919" sldId="4458"/>
        </pc:sldMkLst>
      </pc:sldChg>
      <pc:sldChg chg="del">
        <pc:chgData name="Nguyen Thanh Uyen" userId="97a8ef35-95e7-46b1-8490-f00ef7a82a6a" providerId="ADAL" clId="{D7F7D2CD-7A1F-B54B-B2BD-4C0FBD8403D0}" dt="2025-06-19T08:42:08.308" v="4485" actId="2696"/>
        <pc:sldMkLst>
          <pc:docMk/>
          <pc:sldMk cId="1407422600" sldId="4459"/>
        </pc:sldMkLst>
      </pc:sldChg>
      <pc:sldChg chg="del">
        <pc:chgData name="Nguyen Thanh Uyen" userId="97a8ef35-95e7-46b1-8490-f00ef7a82a6a" providerId="ADAL" clId="{D7F7D2CD-7A1F-B54B-B2BD-4C0FBD8403D0}" dt="2025-06-19T08:41:45.974" v="4483" actId="2696"/>
        <pc:sldMkLst>
          <pc:docMk/>
          <pc:sldMk cId="1743324242" sldId="4460"/>
        </pc:sldMkLst>
      </pc:sldChg>
      <pc:sldChg chg="modSp del mod">
        <pc:chgData name="Nguyen Thanh Uyen" userId="97a8ef35-95e7-46b1-8490-f00ef7a82a6a" providerId="ADAL" clId="{D7F7D2CD-7A1F-B54B-B2BD-4C0FBD8403D0}" dt="2025-06-19T09:45:41.963" v="4771" actId="2696"/>
        <pc:sldMkLst>
          <pc:docMk/>
          <pc:sldMk cId="2911611048" sldId="4461"/>
        </pc:sldMkLst>
        <pc:spChg chg="mod">
          <ac:chgData name="Nguyen Thanh Uyen" userId="97a8ef35-95e7-46b1-8490-f00ef7a82a6a" providerId="ADAL" clId="{D7F7D2CD-7A1F-B54B-B2BD-4C0FBD8403D0}" dt="2025-06-19T09:27:02.419" v="4584"/>
          <ac:spMkLst>
            <pc:docMk/>
            <pc:sldMk cId="2911611048" sldId="4461"/>
            <ac:spMk id="13" creationId="{C377D7AD-1167-9943-DAD9-35B511BB2922}"/>
          </ac:spMkLst>
        </pc:spChg>
      </pc:sldChg>
      <pc:sldChg chg="modSp add mod ord">
        <pc:chgData name="Nguyen Thanh Uyen" userId="97a8ef35-95e7-46b1-8490-f00ef7a82a6a" providerId="ADAL" clId="{D7F7D2CD-7A1F-B54B-B2BD-4C0FBD8403D0}" dt="2025-06-17T18:05:06.023" v="320" actId="20577"/>
        <pc:sldMkLst>
          <pc:docMk/>
          <pc:sldMk cId="3896257624" sldId="4462"/>
        </pc:sldMkLst>
        <pc:spChg chg="mod">
          <ac:chgData name="Nguyen Thanh Uyen" userId="97a8ef35-95e7-46b1-8490-f00ef7a82a6a" providerId="ADAL" clId="{D7F7D2CD-7A1F-B54B-B2BD-4C0FBD8403D0}" dt="2025-06-17T18:05:06.023" v="320" actId="20577"/>
          <ac:spMkLst>
            <pc:docMk/>
            <pc:sldMk cId="3896257624" sldId="4462"/>
            <ac:spMk id="5" creationId="{5E699154-313E-490F-AD4D-B142F50A96CB}"/>
          </ac:spMkLst>
        </pc:spChg>
      </pc:sldChg>
      <pc:sldChg chg="addSp delSp modSp new mod">
        <pc:chgData name="Nguyen Thanh Uyen" userId="97a8ef35-95e7-46b1-8490-f00ef7a82a6a" providerId="ADAL" clId="{D7F7D2CD-7A1F-B54B-B2BD-4C0FBD8403D0}" dt="2025-06-18T07:07:12.112" v="643" actId="478"/>
        <pc:sldMkLst>
          <pc:docMk/>
          <pc:sldMk cId="2429224013" sldId="4463"/>
        </pc:sldMkLst>
        <pc:spChg chg="add del">
          <ac:chgData name="Nguyen Thanh Uyen" userId="97a8ef35-95e7-46b1-8490-f00ef7a82a6a" providerId="ADAL" clId="{D7F7D2CD-7A1F-B54B-B2BD-4C0FBD8403D0}" dt="2025-06-17T18:09:47.094" v="346" actId="22"/>
          <ac:spMkLst>
            <pc:docMk/>
            <pc:sldMk cId="2429224013" sldId="4463"/>
            <ac:spMk id="9" creationId="{2B0A4AF8-6431-0E58-C53D-E4983AD78AB1}"/>
          </ac:spMkLst>
        </pc:spChg>
        <pc:spChg chg="add mod">
          <ac:chgData name="Nguyen Thanh Uyen" userId="97a8ef35-95e7-46b1-8490-f00ef7a82a6a" providerId="ADAL" clId="{D7F7D2CD-7A1F-B54B-B2BD-4C0FBD8403D0}" dt="2025-06-17T18:10:08.694" v="378" actId="1076"/>
          <ac:spMkLst>
            <pc:docMk/>
            <pc:sldMk cId="2429224013" sldId="4463"/>
            <ac:spMk id="10" creationId="{61AA57B0-E562-079F-FB10-369563421268}"/>
          </ac:spMkLst>
        </pc:spChg>
        <pc:spChg chg="add mod">
          <ac:chgData name="Nguyen Thanh Uyen" userId="97a8ef35-95e7-46b1-8490-f00ef7a82a6a" providerId="ADAL" clId="{D7F7D2CD-7A1F-B54B-B2BD-4C0FBD8403D0}" dt="2025-06-17T18:12:55.604" v="494" actId="1076"/>
          <ac:spMkLst>
            <pc:docMk/>
            <pc:sldMk cId="2429224013" sldId="4463"/>
            <ac:spMk id="12" creationId="{D26E8A4F-01E9-329D-2708-59E5E74105F8}"/>
          </ac:spMkLst>
        </pc:spChg>
        <pc:spChg chg="add mod">
          <ac:chgData name="Nguyen Thanh Uyen" userId="97a8ef35-95e7-46b1-8490-f00ef7a82a6a" providerId="ADAL" clId="{D7F7D2CD-7A1F-B54B-B2BD-4C0FBD8403D0}" dt="2025-06-17T18:14:10.481" v="583" actId="1076"/>
          <ac:spMkLst>
            <pc:docMk/>
            <pc:sldMk cId="2429224013" sldId="4463"/>
            <ac:spMk id="13" creationId="{877C264D-B446-DDFE-1A2F-6C4A2F80D4BF}"/>
          </ac:spMkLst>
        </pc:spChg>
        <pc:spChg chg="add mod">
          <ac:chgData name="Nguyen Thanh Uyen" userId="97a8ef35-95e7-46b1-8490-f00ef7a82a6a" providerId="ADAL" clId="{D7F7D2CD-7A1F-B54B-B2BD-4C0FBD8403D0}" dt="2025-06-17T18:15:18.165" v="623" actId="1076"/>
          <ac:spMkLst>
            <pc:docMk/>
            <pc:sldMk cId="2429224013" sldId="4463"/>
            <ac:spMk id="17" creationId="{C133AD29-63B6-2AC2-BFDA-7031F3D2DAD0}"/>
          </ac:spMkLst>
        </pc:spChg>
        <pc:spChg chg="add mod">
          <ac:chgData name="Nguyen Thanh Uyen" userId="97a8ef35-95e7-46b1-8490-f00ef7a82a6a" providerId="ADAL" clId="{D7F7D2CD-7A1F-B54B-B2BD-4C0FBD8403D0}" dt="2025-06-17T18:15:32.037" v="624"/>
          <ac:spMkLst>
            <pc:docMk/>
            <pc:sldMk cId="2429224013" sldId="4463"/>
            <ac:spMk id="18" creationId="{05330A2F-CEAC-5521-C2F9-31C523BD7CFA}"/>
          </ac:spMkLst>
        </pc:spChg>
        <pc:spChg chg="add del mod">
          <ac:chgData name="Nguyen Thanh Uyen" userId="97a8ef35-95e7-46b1-8490-f00ef7a82a6a" providerId="ADAL" clId="{D7F7D2CD-7A1F-B54B-B2BD-4C0FBD8403D0}" dt="2025-06-17T18:15:55.303" v="632" actId="478"/>
          <ac:spMkLst>
            <pc:docMk/>
            <pc:sldMk cId="2429224013" sldId="4463"/>
            <ac:spMk id="19" creationId="{87F73CC7-D6DB-C384-C300-0AAF7154CBA3}"/>
          </ac:spMkLst>
        </pc:spChg>
        <pc:spChg chg="add mod">
          <ac:chgData name="Nguyen Thanh Uyen" userId="97a8ef35-95e7-46b1-8490-f00ef7a82a6a" providerId="ADAL" clId="{D7F7D2CD-7A1F-B54B-B2BD-4C0FBD8403D0}" dt="2025-06-17T18:16:02.456" v="633" actId="1076"/>
          <ac:spMkLst>
            <pc:docMk/>
            <pc:sldMk cId="2429224013" sldId="4463"/>
            <ac:spMk id="20" creationId="{ADD276EE-170C-8684-BE3D-F6BE970AB597}"/>
          </ac:spMkLst>
        </pc:spChg>
        <pc:picChg chg="add del mod">
          <ac:chgData name="Nguyen Thanh Uyen" userId="97a8ef35-95e7-46b1-8490-f00ef7a82a6a" providerId="ADAL" clId="{D7F7D2CD-7A1F-B54B-B2BD-4C0FBD8403D0}" dt="2025-06-17T18:07:30.513" v="333" actId="478"/>
          <ac:picMkLst>
            <pc:docMk/>
            <pc:sldMk cId="2429224013" sldId="4463"/>
            <ac:picMk id="2" creationId="{9EE07FD8-8DE8-BF0B-CE56-77EAD1B314F0}"/>
          </ac:picMkLst>
        </pc:picChg>
        <pc:picChg chg="add mod">
          <ac:chgData name="Nguyen Thanh Uyen" userId="97a8ef35-95e7-46b1-8490-f00ef7a82a6a" providerId="ADAL" clId="{D7F7D2CD-7A1F-B54B-B2BD-4C0FBD8403D0}" dt="2025-06-17T18:08:13.250" v="339" actId="14100"/>
          <ac:picMkLst>
            <pc:docMk/>
            <pc:sldMk cId="2429224013" sldId="4463"/>
            <ac:picMk id="4" creationId="{B2F9950D-DC1A-A71E-FDB4-71EB74FE89CC}"/>
          </ac:picMkLst>
        </pc:picChg>
        <pc:picChg chg="add del mod">
          <ac:chgData name="Nguyen Thanh Uyen" userId="97a8ef35-95e7-46b1-8490-f00ef7a82a6a" providerId="ADAL" clId="{D7F7D2CD-7A1F-B54B-B2BD-4C0FBD8403D0}" dt="2025-06-18T07:07:12.112" v="643" actId="478"/>
          <ac:picMkLst>
            <pc:docMk/>
            <pc:sldMk cId="2429224013" sldId="4463"/>
            <ac:picMk id="22" creationId="{B310D187-A477-C450-1C29-9D2CB7A38016}"/>
          </ac:picMkLst>
        </pc:picChg>
        <pc:cxnChg chg="add mod">
          <ac:chgData name="Nguyen Thanh Uyen" userId="97a8ef35-95e7-46b1-8490-f00ef7a82a6a" providerId="ADAL" clId="{D7F7D2CD-7A1F-B54B-B2BD-4C0FBD8403D0}" dt="2025-06-17T18:08:53.845" v="344" actId="1076"/>
          <ac:cxnSpMkLst>
            <pc:docMk/>
            <pc:sldMk cId="2429224013" sldId="4463"/>
            <ac:cxnSpMk id="5" creationId="{4A5776A1-BAA1-69BA-7E9F-134205C91864}"/>
          </ac:cxnSpMkLst>
        </pc:cxnChg>
        <pc:cxnChg chg="add mod">
          <ac:chgData name="Nguyen Thanh Uyen" userId="97a8ef35-95e7-46b1-8490-f00ef7a82a6a" providerId="ADAL" clId="{D7F7D2CD-7A1F-B54B-B2BD-4C0FBD8403D0}" dt="2025-06-17T18:10:43.837" v="380" actId="1076"/>
          <ac:cxnSpMkLst>
            <pc:docMk/>
            <pc:sldMk cId="2429224013" sldId="4463"/>
            <ac:cxnSpMk id="11" creationId="{811D1961-8173-2685-00F8-0F034C6597DA}"/>
          </ac:cxnSpMkLst>
        </pc:cxnChg>
        <pc:cxnChg chg="add mod">
          <ac:chgData name="Nguyen Thanh Uyen" userId="97a8ef35-95e7-46b1-8490-f00ef7a82a6a" providerId="ADAL" clId="{D7F7D2CD-7A1F-B54B-B2BD-4C0FBD8403D0}" dt="2025-06-17T18:14:33.918" v="589" actId="1076"/>
          <ac:cxnSpMkLst>
            <pc:docMk/>
            <pc:sldMk cId="2429224013" sldId="4463"/>
            <ac:cxnSpMk id="14" creationId="{F372CEA4-8511-D3B9-39B1-09C84FED9FF3}"/>
          </ac:cxnSpMkLst>
        </pc:cxnChg>
        <pc:cxnChg chg="add mod">
          <ac:chgData name="Nguyen Thanh Uyen" userId="97a8ef35-95e7-46b1-8490-f00ef7a82a6a" providerId="ADAL" clId="{D7F7D2CD-7A1F-B54B-B2BD-4C0FBD8403D0}" dt="2025-06-17T18:14:53.968" v="591" actId="1076"/>
          <ac:cxnSpMkLst>
            <pc:docMk/>
            <pc:sldMk cId="2429224013" sldId="4463"/>
            <ac:cxnSpMk id="16" creationId="{4E30D4F1-629E-8D2D-C6E9-D0EED1F41737}"/>
          </ac:cxnSpMkLst>
        </pc:cxnChg>
      </pc:sldChg>
      <pc:sldChg chg="addSp delSp modSp new mod">
        <pc:chgData name="Nguyen Thanh Uyen" userId="97a8ef35-95e7-46b1-8490-f00ef7a82a6a" providerId="ADAL" clId="{D7F7D2CD-7A1F-B54B-B2BD-4C0FBD8403D0}" dt="2025-06-18T07:42:18.394" v="829" actId="14100"/>
        <pc:sldMkLst>
          <pc:docMk/>
          <pc:sldMk cId="1669595746" sldId="4464"/>
        </pc:sldMkLst>
        <pc:spChg chg="add mod">
          <ac:chgData name="Nguyen Thanh Uyen" userId="97a8ef35-95e7-46b1-8490-f00ef7a82a6a" providerId="ADAL" clId="{D7F7D2CD-7A1F-B54B-B2BD-4C0FBD8403D0}" dt="2025-06-18T07:42:18.394" v="829" actId="14100"/>
          <ac:spMkLst>
            <pc:docMk/>
            <pc:sldMk cId="1669595746" sldId="4464"/>
            <ac:spMk id="4" creationId="{B05232D4-26E7-D4C9-98B3-5D01CFCD9A37}"/>
          </ac:spMkLst>
        </pc:spChg>
        <pc:picChg chg="add mod">
          <ac:chgData name="Nguyen Thanh Uyen" userId="97a8ef35-95e7-46b1-8490-f00ef7a82a6a" providerId="ADAL" clId="{D7F7D2CD-7A1F-B54B-B2BD-4C0FBD8403D0}" dt="2025-06-18T07:07:06.263" v="642" actId="14100"/>
          <ac:picMkLst>
            <pc:docMk/>
            <pc:sldMk cId="1669595746" sldId="4464"/>
            <ac:picMk id="3" creationId="{76DD876A-26E6-7D25-8AF6-A87789B74F02}"/>
          </ac:picMkLst>
        </pc:picChg>
        <pc:picChg chg="add del mod">
          <ac:chgData name="Nguyen Thanh Uyen" userId="97a8ef35-95e7-46b1-8490-f00ef7a82a6a" providerId="ADAL" clId="{D7F7D2CD-7A1F-B54B-B2BD-4C0FBD8403D0}" dt="2025-06-18T07:42:07.918" v="828" actId="478"/>
          <ac:picMkLst>
            <pc:docMk/>
            <pc:sldMk cId="1669595746" sldId="4464"/>
            <ac:picMk id="6" creationId="{AC78F09F-C4E5-00D9-57A1-0C24BAAE6A8C}"/>
          </ac:picMkLst>
        </pc:picChg>
      </pc:sldChg>
      <pc:sldChg chg="addSp modSp new mod">
        <pc:chgData name="Nguyen Thanh Uyen" userId="97a8ef35-95e7-46b1-8490-f00ef7a82a6a" providerId="ADAL" clId="{D7F7D2CD-7A1F-B54B-B2BD-4C0FBD8403D0}" dt="2025-06-18T07:34:07.516" v="701" actId="14100"/>
        <pc:sldMkLst>
          <pc:docMk/>
          <pc:sldMk cId="2528248481" sldId="4465"/>
        </pc:sldMkLst>
        <pc:spChg chg="add mod">
          <ac:chgData name="Nguyen Thanh Uyen" userId="97a8ef35-95e7-46b1-8490-f00ef7a82a6a" providerId="ADAL" clId="{D7F7D2CD-7A1F-B54B-B2BD-4C0FBD8403D0}" dt="2025-06-18T07:34:07.516" v="701" actId="14100"/>
          <ac:spMkLst>
            <pc:docMk/>
            <pc:sldMk cId="2528248481" sldId="4465"/>
            <ac:spMk id="4" creationId="{5B29C8FB-96C7-D7EB-9863-4F7A2B0128A8}"/>
          </ac:spMkLst>
        </pc:spChg>
        <pc:picChg chg="add mod">
          <ac:chgData name="Nguyen Thanh Uyen" userId="97a8ef35-95e7-46b1-8490-f00ef7a82a6a" providerId="ADAL" clId="{D7F7D2CD-7A1F-B54B-B2BD-4C0FBD8403D0}" dt="2025-06-18T07:08:06.981" v="647" actId="14100"/>
          <ac:picMkLst>
            <pc:docMk/>
            <pc:sldMk cId="2528248481" sldId="4465"/>
            <ac:picMk id="2" creationId="{9B56392B-AAA5-23FD-FD42-8B63923AE756}"/>
          </ac:picMkLst>
        </pc:picChg>
        <pc:picChg chg="add mod">
          <ac:chgData name="Nguyen Thanh Uyen" userId="97a8ef35-95e7-46b1-8490-f00ef7a82a6a" providerId="ADAL" clId="{D7F7D2CD-7A1F-B54B-B2BD-4C0FBD8403D0}" dt="2025-06-18T07:25:25.277" v="648"/>
          <ac:picMkLst>
            <pc:docMk/>
            <pc:sldMk cId="2528248481" sldId="4465"/>
            <ac:picMk id="3" creationId="{0663B894-0AB2-5383-BD24-9B2E79A92B74}"/>
          </ac:picMkLst>
        </pc:picChg>
      </pc:sldChg>
      <pc:sldChg chg="addSp delSp modSp new mod ord">
        <pc:chgData name="Nguyen Thanh Uyen" userId="97a8ef35-95e7-46b1-8490-f00ef7a82a6a" providerId="ADAL" clId="{D7F7D2CD-7A1F-B54B-B2BD-4C0FBD8403D0}" dt="2025-06-18T08:41:41.462" v="1367" actId="478"/>
        <pc:sldMkLst>
          <pc:docMk/>
          <pc:sldMk cId="113032637" sldId="4466"/>
        </pc:sldMkLst>
        <pc:spChg chg="add del mod">
          <ac:chgData name="Nguyen Thanh Uyen" userId="97a8ef35-95e7-46b1-8490-f00ef7a82a6a" providerId="ADAL" clId="{D7F7D2CD-7A1F-B54B-B2BD-4C0FBD8403D0}" dt="2025-06-18T08:37:30.460" v="1272" actId="478"/>
          <ac:spMkLst>
            <pc:docMk/>
            <pc:sldMk cId="113032637" sldId="4466"/>
            <ac:spMk id="3" creationId="{EB3D11ED-08D7-BDD2-21E1-2C072B77CD28}"/>
          </ac:spMkLst>
        </pc:spChg>
        <pc:spChg chg="add del mod">
          <ac:chgData name="Nguyen Thanh Uyen" userId="97a8ef35-95e7-46b1-8490-f00ef7a82a6a" providerId="ADAL" clId="{D7F7D2CD-7A1F-B54B-B2BD-4C0FBD8403D0}" dt="2025-06-18T07:45:57.807" v="907" actId="478"/>
          <ac:spMkLst>
            <pc:docMk/>
            <pc:sldMk cId="113032637" sldId="4466"/>
            <ac:spMk id="4" creationId="{65E8B4C4-1501-7708-71FF-DC1D6B07FC40}"/>
          </ac:spMkLst>
        </pc:spChg>
        <pc:spChg chg="add mod">
          <ac:chgData name="Nguyen Thanh Uyen" userId="97a8ef35-95e7-46b1-8490-f00ef7a82a6a" providerId="ADAL" clId="{D7F7D2CD-7A1F-B54B-B2BD-4C0FBD8403D0}" dt="2025-06-18T08:36:20.943" v="1256" actId="20577"/>
          <ac:spMkLst>
            <pc:docMk/>
            <pc:sldMk cId="113032637" sldId="4466"/>
            <ac:spMk id="8" creationId="{FFB14AD4-1843-F102-0892-8AC5FA085D7D}"/>
          </ac:spMkLst>
        </pc:spChg>
        <pc:spChg chg="add mod">
          <ac:chgData name="Nguyen Thanh Uyen" userId="97a8ef35-95e7-46b1-8490-f00ef7a82a6a" providerId="ADAL" clId="{D7F7D2CD-7A1F-B54B-B2BD-4C0FBD8403D0}" dt="2025-06-18T08:37:39.801" v="1276"/>
          <ac:spMkLst>
            <pc:docMk/>
            <pc:sldMk cId="113032637" sldId="4466"/>
            <ac:spMk id="11" creationId="{E4EE33CD-0B26-A998-A69D-3E04F54FD065}"/>
          </ac:spMkLst>
        </pc:spChg>
        <pc:spChg chg="add mod">
          <ac:chgData name="Nguyen Thanh Uyen" userId="97a8ef35-95e7-46b1-8490-f00ef7a82a6a" providerId="ADAL" clId="{D7F7D2CD-7A1F-B54B-B2BD-4C0FBD8403D0}" dt="2025-06-18T08:38:48.019" v="1328" actId="1076"/>
          <ac:spMkLst>
            <pc:docMk/>
            <pc:sldMk cId="113032637" sldId="4466"/>
            <ac:spMk id="12" creationId="{455C9A1D-E74A-AC6B-F2FA-61C1CDC276BB}"/>
          </ac:spMkLst>
        </pc:spChg>
        <pc:spChg chg="add mod">
          <ac:chgData name="Nguyen Thanh Uyen" userId="97a8ef35-95e7-46b1-8490-f00ef7a82a6a" providerId="ADAL" clId="{D7F7D2CD-7A1F-B54B-B2BD-4C0FBD8403D0}" dt="2025-06-18T08:40:15.644" v="1351" actId="1076"/>
          <ac:spMkLst>
            <pc:docMk/>
            <pc:sldMk cId="113032637" sldId="4466"/>
            <ac:spMk id="13" creationId="{F4709642-8966-6D3C-7352-211D6FBC95A4}"/>
          </ac:spMkLst>
        </pc:spChg>
        <pc:picChg chg="add del mod">
          <ac:chgData name="Nguyen Thanh Uyen" userId="97a8ef35-95e7-46b1-8490-f00ef7a82a6a" providerId="ADAL" clId="{D7F7D2CD-7A1F-B54B-B2BD-4C0FBD8403D0}" dt="2025-06-18T08:37:25.475" v="1271" actId="478"/>
          <ac:picMkLst>
            <pc:docMk/>
            <pc:sldMk cId="113032637" sldId="4466"/>
            <ac:picMk id="2" creationId="{984B0FFD-6469-4847-4EBC-EDAD600DCA03}"/>
          </ac:picMkLst>
        </pc:picChg>
        <pc:picChg chg="add del mod">
          <ac:chgData name="Nguyen Thanh Uyen" userId="97a8ef35-95e7-46b1-8490-f00ef7a82a6a" providerId="ADAL" clId="{D7F7D2CD-7A1F-B54B-B2BD-4C0FBD8403D0}" dt="2025-06-18T07:48:01.223" v="912" actId="478"/>
          <ac:picMkLst>
            <pc:docMk/>
            <pc:sldMk cId="113032637" sldId="4466"/>
            <ac:picMk id="6" creationId="{F31E1F78-41CF-0586-0181-8460C76760A1}"/>
          </ac:picMkLst>
        </pc:picChg>
        <pc:picChg chg="add mod">
          <ac:chgData name="Nguyen Thanh Uyen" userId="97a8ef35-95e7-46b1-8490-f00ef7a82a6a" providerId="ADAL" clId="{D7F7D2CD-7A1F-B54B-B2BD-4C0FBD8403D0}" dt="2025-06-18T08:37:39.164" v="1275" actId="14100"/>
          <ac:picMkLst>
            <pc:docMk/>
            <pc:sldMk cId="113032637" sldId="4466"/>
            <ac:picMk id="10" creationId="{C60C05E8-573A-96EC-436F-5B6424339F5B}"/>
          </ac:picMkLst>
        </pc:picChg>
        <pc:picChg chg="add del mod">
          <ac:chgData name="Nguyen Thanh Uyen" userId="97a8ef35-95e7-46b1-8490-f00ef7a82a6a" providerId="ADAL" clId="{D7F7D2CD-7A1F-B54B-B2BD-4C0FBD8403D0}" dt="2025-06-18T08:41:41.462" v="1367" actId="478"/>
          <ac:picMkLst>
            <pc:docMk/>
            <pc:sldMk cId="113032637" sldId="4466"/>
            <ac:picMk id="15" creationId="{B06F78FC-5A74-A647-927A-86369A96043E}"/>
          </ac:picMkLst>
        </pc:picChg>
      </pc:sldChg>
      <pc:sldChg chg="addSp delSp modSp new mod">
        <pc:chgData name="Nguyen Thanh Uyen" userId="97a8ef35-95e7-46b1-8490-f00ef7a82a6a" providerId="ADAL" clId="{D7F7D2CD-7A1F-B54B-B2BD-4C0FBD8403D0}" dt="2025-06-18T07:53:43.227" v="1066" actId="478"/>
        <pc:sldMkLst>
          <pc:docMk/>
          <pc:sldMk cId="1424032400" sldId="4467"/>
        </pc:sldMkLst>
        <pc:spChg chg="add mod">
          <ac:chgData name="Nguyen Thanh Uyen" userId="97a8ef35-95e7-46b1-8490-f00ef7a82a6a" providerId="ADAL" clId="{D7F7D2CD-7A1F-B54B-B2BD-4C0FBD8403D0}" dt="2025-06-18T07:50:16.781" v="960" actId="1076"/>
          <ac:spMkLst>
            <pc:docMk/>
            <pc:sldMk cId="1424032400" sldId="4467"/>
            <ac:spMk id="3" creationId="{19C7BBCF-FC53-C567-6D8B-DE24C9D9150A}"/>
          </ac:spMkLst>
        </pc:spChg>
        <pc:spChg chg="add mod">
          <ac:chgData name="Nguyen Thanh Uyen" userId="97a8ef35-95e7-46b1-8490-f00ef7a82a6a" providerId="ADAL" clId="{D7F7D2CD-7A1F-B54B-B2BD-4C0FBD8403D0}" dt="2025-06-18T07:50:50.268" v="963" actId="1076"/>
          <ac:spMkLst>
            <pc:docMk/>
            <pc:sldMk cId="1424032400" sldId="4467"/>
            <ac:spMk id="4" creationId="{A0A735B0-FF24-0F24-F911-E046B348879B}"/>
          </ac:spMkLst>
        </pc:spChg>
        <pc:spChg chg="add mod">
          <ac:chgData name="Nguyen Thanh Uyen" userId="97a8ef35-95e7-46b1-8490-f00ef7a82a6a" providerId="ADAL" clId="{D7F7D2CD-7A1F-B54B-B2BD-4C0FBD8403D0}" dt="2025-06-18T07:52:47.861" v="1056" actId="1076"/>
          <ac:spMkLst>
            <pc:docMk/>
            <pc:sldMk cId="1424032400" sldId="4467"/>
            <ac:spMk id="8" creationId="{12E7D53F-6C9D-F034-9F87-2F6FC7252C1B}"/>
          </ac:spMkLst>
        </pc:spChg>
        <pc:picChg chg="add mod">
          <ac:chgData name="Nguyen Thanh Uyen" userId="97a8ef35-95e7-46b1-8490-f00ef7a82a6a" providerId="ADAL" clId="{D7F7D2CD-7A1F-B54B-B2BD-4C0FBD8403D0}" dt="2025-06-18T07:48:10.841" v="916" actId="14100"/>
          <ac:picMkLst>
            <pc:docMk/>
            <pc:sldMk cId="1424032400" sldId="4467"/>
            <ac:picMk id="2" creationId="{1550345C-7124-2CDD-EB14-04331E7BAC0F}"/>
          </ac:picMkLst>
        </pc:picChg>
        <pc:picChg chg="add del mod">
          <ac:chgData name="Nguyen Thanh Uyen" userId="97a8ef35-95e7-46b1-8490-f00ef7a82a6a" providerId="ADAL" clId="{D7F7D2CD-7A1F-B54B-B2BD-4C0FBD8403D0}" dt="2025-06-18T07:53:43.227" v="1066" actId="478"/>
          <ac:picMkLst>
            <pc:docMk/>
            <pc:sldMk cId="1424032400" sldId="4467"/>
            <ac:picMk id="14" creationId="{B16D23DE-FF0C-0968-7435-87E58CCD576D}"/>
          </ac:picMkLst>
        </pc:picChg>
        <pc:cxnChg chg="add mod">
          <ac:chgData name="Nguyen Thanh Uyen" userId="97a8ef35-95e7-46b1-8490-f00ef7a82a6a" providerId="ADAL" clId="{D7F7D2CD-7A1F-B54B-B2BD-4C0FBD8403D0}" dt="2025-06-18T07:51:05.845" v="967" actId="14100"/>
          <ac:cxnSpMkLst>
            <pc:docMk/>
            <pc:sldMk cId="1424032400" sldId="4467"/>
            <ac:cxnSpMk id="5" creationId="{2FA143C1-625C-4921-7A6C-EC14A674E900}"/>
          </ac:cxnSpMkLst>
        </pc:cxnChg>
        <pc:cxnChg chg="add mod">
          <ac:chgData name="Nguyen Thanh Uyen" userId="97a8ef35-95e7-46b1-8490-f00ef7a82a6a" providerId="ADAL" clId="{D7F7D2CD-7A1F-B54B-B2BD-4C0FBD8403D0}" dt="2025-06-18T07:53:06.952" v="1061" actId="1076"/>
          <ac:cxnSpMkLst>
            <pc:docMk/>
            <pc:sldMk cId="1424032400" sldId="4467"/>
            <ac:cxnSpMk id="9" creationId="{16316C35-FCCC-F261-0D9D-C26E23CB0EC9}"/>
          </ac:cxnSpMkLst>
        </pc:cxnChg>
      </pc:sldChg>
      <pc:sldChg chg="addSp delSp modSp new mod">
        <pc:chgData name="Nguyen Thanh Uyen" userId="97a8ef35-95e7-46b1-8490-f00ef7a82a6a" providerId="ADAL" clId="{D7F7D2CD-7A1F-B54B-B2BD-4C0FBD8403D0}" dt="2025-06-18T08:35:46.786" v="1250" actId="478"/>
        <pc:sldMkLst>
          <pc:docMk/>
          <pc:sldMk cId="3450699909" sldId="4468"/>
        </pc:sldMkLst>
        <pc:spChg chg="add mod">
          <ac:chgData name="Nguyen Thanh Uyen" userId="97a8ef35-95e7-46b1-8490-f00ef7a82a6a" providerId="ADAL" clId="{D7F7D2CD-7A1F-B54B-B2BD-4C0FBD8403D0}" dt="2025-06-18T07:56:53.021" v="1235" actId="1076"/>
          <ac:spMkLst>
            <pc:docMk/>
            <pc:sldMk cId="3450699909" sldId="4468"/>
            <ac:spMk id="3" creationId="{24E8993E-622D-1486-3907-6884E85563C2}"/>
          </ac:spMkLst>
        </pc:spChg>
        <pc:picChg chg="add mod">
          <ac:chgData name="Nguyen Thanh Uyen" userId="97a8ef35-95e7-46b1-8490-f00ef7a82a6a" providerId="ADAL" clId="{D7F7D2CD-7A1F-B54B-B2BD-4C0FBD8403D0}" dt="2025-06-18T07:57:19.863" v="1244" actId="1076"/>
          <ac:picMkLst>
            <pc:docMk/>
            <pc:sldMk cId="3450699909" sldId="4468"/>
            <ac:picMk id="2" creationId="{4A167A1E-B215-10EE-A138-39A3A58B150A}"/>
          </ac:picMkLst>
        </pc:picChg>
        <pc:picChg chg="add del mod">
          <ac:chgData name="Nguyen Thanh Uyen" userId="97a8ef35-95e7-46b1-8490-f00ef7a82a6a" providerId="ADAL" clId="{D7F7D2CD-7A1F-B54B-B2BD-4C0FBD8403D0}" dt="2025-06-18T08:35:46.786" v="1250" actId="478"/>
          <ac:picMkLst>
            <pc:docMk/>
            <pc:sldMk cId="3450699909" sldId="4468"/>
            <ac:picMk id="11" creationId="{6612783B-C32A-EDA9-A05A-88B6809A42DF}"/>
          </ac:picMkLst>
        </pc:picChg>
        <pc:cxnChg chg="add mod">
          <ac:chgData name="Nguyen Thanh Uyen" userId="97a8ef35-95e7-46b1-8490-f00ef7a82a6a" providerId="ADAL" clId="{D7F7D2CD-7A1F-B54B-B2BD-4C0FBD8403D0}" dt="2025-06-18T07:57:08.297" v="1238" actId="14100"/>
          <ac:cxnSpMkLst>
            <pc:docMk/>
            <pc:sldMk cId="3450699909" sldId="4468"/>
            <ac:cxnSpMk id="4" creationId="{CF7312BC-F49B-3967-A2BD-7434F42908AC}"/>
          </ac:cxnSpMkLst>
        </pc:cxnChg>
        <pc:cxnChg chg="add mod">
          <ac:chgData name="Nguyen Thanh Uyen" userId="97a8ef35-95e7-46b1-8490-f00ef7a82a6a" providerId="ADAL" clId="{D7F7D2CD-7A1F-B54B-B2BD-4C0FBD8403D0}" dt="2025-06-18T07:57:34.277" v="1246" actId="14100"/>
          <ac:cxnSpMkLst>
            <pc:docMk/>
            <pc:sldMk cId="3450699909" sldId="4468"/>
            <ac:cxnSpMk id="7" creationId="{6E131621-F772-290C-C0B1-9C6E61793A9B}"/>
          </ac:cxnSpMkLst>
        </pc:cxnChg>
      </pc:sldChg>
      <pc:sldChg chg="addSp delSp modSp new mod">
        <pc:chgData name="Nguyen Thanh Uyen" userId="97a8ef35-95e7-46b1-8490-f00ef7a82a6a" providerId="ADAL" clId="{D7F7D2CD-7A1F-B54B-B2BD-4C0FBD8403D0}" dt="2025-06-18T08:51:33.104" v="1607" actId="478"/>
        <pc:sldMkLst>
          <pc:docMk/>
          <pc:sldMk cId="664675430" sldId="4469"/>
        </pc:sldMkLst>
        <pc:spChg chg="add mod">
          <ac:chgData name="Nguyen Thanh Uyen" userId="97a8ef35-95e7-46b1-8490-f00ef7a82a6a" providerId="ADAL" clId="{D7F7D2CD-7A1F-B54B-B2BD-4C0FBD8403D0}" dt="2025-06-18T08:42:32.147" v="1434" actId="1076"/>
          <ac:spMkLst>
            <pc:docMk/>
            <pc:sldMk cId="664675430" sldId="4469"/>
            <ac:spMk id="3" creationId="{3128ACFF-68C2-1FE8-3E2D-3E9B94475370}"/>
          </ac:spMkLst>
        </pc:spChg>
        <pc:spChg chg="add mod">
          <ac:chgData name="Nguyen Thanh Uyen" userId="97a8ef35-95e7-46b1-8490-f00ef7a82a6a" providerId="ADAL" clId="{D7F7D2CD-7A1F-B54B-B2BD-4C0FBD8403D0}" dt="2025-06-18T08:44:38.312" v="1594" actId="1076"/>
          <ac:spMkLst>
            <pc:docMk/>
            <pc:sldMk cId="664675430" sldId="4469"/>
            <ac:spMk id="5" creationId="{F2700837-A472-D219-3179-202DC72925C3}"/>
          </ac:spMkLst>
        </pc:spChg>
        <pc:picChg chg="add mod">
          <ac:chgData name="Nguyen Thanh Uyen" userId="97a8ef35-95e7-46b1-8490-f00ef7a82a6a" providerId="ADAL" clId="{D7F7D2CD-7A1F-B54B-B2BD-4C0FBD8403D0}" dt="2025-06-18T08:44:52.940" v="1599" actId="1076"/>
          <ac:picMkLst>
            <pc:docMk/>
            <pc:sldMk cId="664675430" sldId="4469"/>
            <ac:picMk id="2" creationId="{0D4C7E2B-24F3-A7F4-D0A2-33F64FA22996}"/>
          </ac:picMkLst>
        </pc:picChg>
        <pc:picChg chg="add del mod">
          <ac:chgData name="Nguyen Thanh Uyen" userId="97a8ef35-95e7-46b1-8490-f00ef7a82a6a" providerId="ADAL" clId="{D7F7D2CD-7A1F-B54B-B2BD-4C0FBD8403D0}" dt="2025-06-18T08:51:33.104" v="1607" actId="478"/>
          <ac:picMkLst>
            <pc:docMk/>
            <pc:sldMk cId="664675430" sldId="4469"/>
            <ac:picMk id="10" creationId="{08050FA3-FBE1-A82F-9AEA-634EB6ED8854}"/>
          </ac:picMkLst>
        </pc:picChg>
        <pc:cxnChg chg="add mod">
          <ac:chgData name="Nguyen Thanh Uyen" userId="97a8ef35-95e7-46b1-8490-f00ef7a82a6a" providerId="ADAL" clId="{D7F7D2CD-7A1F-B54B-B2BD-4C0FBD8403D0}" dt="2025-06-18T08:42:43.649" v="1436" actId="1076"/>
          <ac:cxnSpMkLst>
            <pc:docMk/>
            <pc:sldMk cId="664675430" sldId="4469"/>
            <ac:cxnSpMk id="4" creationId="{D6544FAF-A1EB-306A-04E4-BA7D3B03BC84}"/>
          </ac:cxnSpMkLst>
        </pc:cxnChg>
        <pc:cxnChg chg="add mod">
          <ac:chgData name="Nguyen Thanh Uyen" userId="97a8ef35-95e7-46b1-8490-f00ef7a82a6a" providerId="ADAL" clId="{D7F7D2CD-7A1F-B54B-B2BD-4C0FBD8403D0}" dt="2025-06-18T08:45:06.050" v="1603" actId="14100"/>
          <ac:cxnSpMkLst>
            <pc:docMk/>
            <pc:sldMk cId="664675430" sldId="4469"/>
            <ac:cxnSpMk id="6" creationId="{87BBDC91-2F4B-D758-807E-7B312F74EA11}"/>
          </ac:cxnSpMkLst>
        </pc:cxnChg>
      </pc:sldChg>
      <pc:sldChg chg="addSp modSp new del mod">
        <pc:chgData name="Nguyen Thanh Uyen" userId="97a8ef35-95e7-46b1-8490-f00ef7a82a6a" providerId="ADAL" clId="{D7F7D2CD-7A1F-B54B-B2BD-4C0FBD8403D0}" dt="2025-06-18T08:38:07.429" v="1279" actId="2696"/>
        <pc:sldMkLst>
          <pc:docMk/>
          <pc:sldMk cId="1038229673" sldId="4469"/>
        </pc:sldMkLst>
        <pc:spChg chg="add mod">
          <ac:chgData name="Nguyen Thanh Uyen" userId="97a8ef35-95e7-46b1-8490-f00ef7a82a6a" providerId="ADAL" clId="{D7F7D2CD-7A1F-B54B-B2BD-4C0FBD8403D0}" dt="2025-06-18T08:38:06.169" v="1278" actId="20577"/>
          <ac:spMkLst>
            <pc:docMk/>
            <pc:sldMk cId="1038229673" sldId="4469"/>
            <ac:spMk id="3" creationId="{D437595E-AF8B-C1ED-D18E-A0313526FFD5}"/>
          </ac:spMkLst>
        </pc:spChg>
        <pc:picChg chg="add mod">
          <ac:chgData name="Nguyen Thanh Uyen" userId="97a8ef35-95e7-46b1-8490-f00ef7a82a6a" providerId="ADAL" clId="{D7F7D2CD-7A1F-B54B-B2BD-4C0FBD8403D0}" dt="2025-06-18T08:35:57.409" v="1254" actId="14100"/>
          <ac:picMkLst>
            <pc:docMk/>
            <pc:sldMk cId="1038229673" sldId="4469"/>
            <ac:picMk id="2" creationId="{F2FBB692-EDDB-B7C8-CE71-FFE9E848BAC4}"/>
          </ac:picMkLst>
        </pc:picChg>
      </pc:sldChg>
      <pc:sldChg chg="addSp delSp modSp new mod">
        <pc:chgData name="Nguyen Thanh Uyen" userId="97a8ef35-95e7-46b1-8490-f00ef7a82a6a" providerId="ADAL" clId="{D7F7D2CD-7A1F-B54B-B2BD-4C0FBD8403D0}" dt="2025-06-18T09:03:03.463" v="1810" actId="1076"/>
        <pc:sldMkLst>
          <pc:docMk/>
          <pc:sldMk cId="3059054567" sldId="4470"/>
        </pc:sldMkLst>
        <pc:spChg chg="add mod">
          <ac:chgData name="Nguyen Thanh Uyen" userId="97a8ef35-95e7-46b1-8490-f00ef7a82a6a" providerId="ADAL" clId="{D7F7D2CD-7A1F-B54B-B2BD-4C0FBD8403D0}" dt="2025-06-18T08:52:04.174" v="1613" actId="1076"/>
          <ac:spMkLst>
            <pc:docMk/>
            <pc:sldMk cId="3059054567" sldId="4470"/>
            <ac:spMk id="3" creationId="{2F6A1D5B-782A-78CB-D279-D6A820E9C631}"/>
          </ac:spMkLst>
        </pc:spChg>
        <pc:spChg chg="add mod">
          <ac:chgData name="Nguyen Thanh Uyen" userId="97a8ef35-95e7-46b1-8490-f00ef7a82a6a" providerId="ADAL" clId="{D7F7D2CD-7A1F-B54B-B2BD-4C0FBD8403D0}" dt="2025-06-18T09:03:03.463" v="1810" actId="1076"/>
          <ac:spMkLst>
            <pc:docMk/>
            <pc:sldMk cId="3059054567" sldId="4470"/>
            <ac:spMk id="5" creationId="{D3FE1A2F-1467-6EB1-1304-E3881F24533D}"/>
          </ac:spMkLst>
        </pc:spChg>
        <pc:picChg chg="add mod">
          <ac:chgData name="Nguyen Thanh Uyen" userId="97a8ef35-95e7-46b1-8490-f00ef7a82a6a" providerId="ADAL" clId="{D7F7D2CD-7A1F-B54B-B2BD-4C0FBD8403D0}" dt="2025-06-18T09:02:50.125" v="1805" actId="1076"/>
          <ac:picMkLst>
            <pc:docMk/>
            <pc:sldMk cId="3059054567" sldId="4470"/>
            <ac:picMk id="2" creationId="{CF4E4F05-B55C-D176-07F0-D262C560B6B8}"/>
          </ac:picMkLst>
        </pc:picChg>
        <pc:picChg chg="add del mod">
          <ac:chgData name="Nguyen Thanh Uyen" userId="97a8ef35-95e7-46b1-8490-f00ef7a82a6a" providerId="ADAL" clId="{D7F7D2CD-7A1F-B54B-B2BD-4C0FBD8403D0}" dt="2025-06-18T09:00:55.815" v="1771" actId="478"/>
          <ac:picMkLst>
            <pc:docMk/>
            <pc:sldMk cId="3059054567" sldId="4470"/>
            <ac:picMk id="7" creationId="{62F965A2-213A-F656-0D22-A8D5FD528EDC}"/>
          </ac:picMkLst>
        </pc:picChg>
        <pc:picChg chg="add del mod">
          <ac:chgData name="Nguyen Thanh Uyen" userId="97a8ef35-95e7-46b1-8490-f00ef7a82a6a" providerId="ADAL" clId="{D7F7D2CD-7A1F-B54B-B2BD-4C0FBD8403D0}" dt="2025-06-18T09:00:50.865" v="1769" actId="478"/>
          <ac:picMkLst>
            <pc:docMk/>
            <pc:sldMk cId="3059054567" sldId="4470"/>
            <ac:picMk id="9" creationId="{D7D32157-35CA-5189-0A62-722A813BF8AF}"/>
          </ac:picMkLst>
        </pc:picChg>
        <pc:cxnChg chg="add mod">
          <ac:chgData name="Nguyen Thanh Uyen" userId="97a8ef35-95e7-46b1-8490-f00ef7a82a6a" providerId="ADAL" clId="{D7F7D2CD-7A1F-B54B-B2BD-4C0FBD8403D0}" dt="2025-06-18T08:52:44.686" v="1623" actId="1076"/>
          <ac:cxnSpMkLst>
            <pc:docMk/>
            <pc:sldMk cId="3059054567" sldId="4470"/>
            <ac:cxnSpMk id="4" creationId="{94CBEE61-E38C-2B52-5280-7877BFEB61AF}"/>
          </ac:cxnSpMkLst>
        </pc:cxnChg>
        <pc:cxnChg chg="add mod">
          <ac:chgData name="Nguyen Thanh Uyen" userId="97a8ef35-95e7-46b1-8490-f00ef7a82a6a" providerId="ADAL" clId="{D7F7D2CD-7A1F-B54B-B2BD-4C0FBD8403D0}" dt="2025-06-18T09:02:58.512" v="1808" actId="1076"/>
          <ac:cxnSpMkLst>
            <pc:docMk/>
            <pc:sldMk cId="3059054567" sldId="4470"/>
            <ac:cxnSpMk id="10" creationId="{E030CD27-B04D-4C3E-5397-B28DD85ABB05}"/>
          </ac:cxnSpMkLst>
        </pc:cxnChg>
      </pc:sldChg>
      <pc:sldChg chg="addSp delSp modSp new mod">
        <pc:chgData name="Nguyen Thanh Uyen" userId="97a8ef35-95e7-46b1-8490-f00ef7a82a6a" providerId="ADAL" clId="{D7F7D2CD-7A1F-B54B-B2BD-4C0FBD8403D0}" dt="2025-06-18T09:18:40.675" v="2101" actId="14100"/>
        <pc:sldMkLst>
          <pc:docMk/>
          <pc:sldMk cId="2468352832" sldId="4471"/>
        </pc:sldMkLst>
        <pc:spChg chg="add mod">
          <ac:chgData name="Nguyen Thanh Uyen" userId="97a8ef35-95e7-46b1-8490-f00ef7a82a6a" providerId="ADAL" clId="{D7F7D2CD-7A1F-B54B-B2BD-4C0FBD8403D0}" dt="2025-06-18T09:07:00.944" v="1993" actId="1076"/>
          <ac:spMkLst>
            <pc:docMk/>
            <pc:sldMk cId="2468352832" sldId="4471"/>
            <ac:spMk id="5" creationId="{9E2339F9-D221-04A2-A752-F81680BDB3AC}"/>
          </ac:spMkLst>
        </pc:spChg>
        <pc:spChg chg="add mod">
          <ac:chgData name="Nguyen Thanh Uyen" userId="97a8ef35-95e7-46b1-8490-f00ef7a82a6a" providerId="ADAL" clId="{D7F7D2CD-7A1F-B54B-B2BD-4C0FBD8403D0}" dt="2025-06-18T09:18:25.311" v="2099" actId="1076"/>
          <ac:spMkLst>
            <pc:docMk/>
            <pc:sldMk cId="2468352832" sldId="4471"/>
            <ac:spMk id="35" creationId="{5C01FAA5-36B7-1FDB-1877-9A132F83DB4B}"/>
          </ac:spMkLst>
        </pc:spChg>
        <pc:picChg chg="add del mod">
          <ac:chgData name="Nguyen Thanh Uyen" userId="97a8ef35-95e7-46b1-8490-f00ef7a82a6a" providerId="ADAL" clId="{D7F7D2CD-7A1F-B54B-B2BD-4C0FBD8403D0}" dt="2025-06-18T09:01:54.604" v="1777" actId="478"/>
          <ac:picMkLst>
            <pc:docMk/>
            <pc:sldMk cId="2468352832" sldId="4471"/>
            <ac:picMk id="2" creationId="{02269259-7EAC-48BF-C4C2-F0D8F11CCE79}"/>
          </ac:picMkLst>
        </pc:picChg>
        <pc:picChg chg="add mod">
          <ac:chgData name="Nguyen Thanh Uyen" userId="97a8ef35-95e7-46b1-8490-f00ef7a82a6a" providerId="ADAL" clId="{D7F7D2CD-7A1F-B54B-B2BD-4C0FBD8403D0}" dt="2025-06-18T09:06:53.701" v="1992" actId="1076"/>
          <ac:picMkLst>
            <pc:docMk/>
            <pc:sldMk cId="2468352832" sldId="4471"/>
            <ac:picMk id="4" creationId="{1730E644-C846-48B4-D29F-5669B3679DE6}"/>
          </ac:picMkLst>
        </pc:picChg>
        <pc:picChg chg="add del mod">
          <ac:chgData name="Nguyen Thanh Uyen" userId="97a8ef35-95e7-46b1-8490-f00ef7a82a6a" providerId="ADAL" clId="{D7F7D2CD-7A1F-B54B-B2BD-4C0FBD8403D0}" dt="2025-06-18T09:08:40.025" v="2010" actId="478"/>
          <ac:picMkLst>
            <pc:docMk/>
            <pc:sldMk cId="2468352832" sldId="4471"/>
            <ac:picMk id="15" creationId="{B25116B8-88BC-1BE8-289C-1FBA123BD5B6}"/>
          </ac:picMkLst>
        </pc:picChg>
        <pc:picChg chg="add del mod">
          <ac:chgData name="Nguyen Thanh Uyen" userId="97a8ef35-95e7-46b1-8490-f00ef7a82a6a" providerId="ADAL" clId="{D7F7D2CD-7A1F-B54B-B2BD-4C0FBD8403D0}" dt="2025-06-18T09:17:32.370" v="2049" actId="478"/>
          <ac:picMkLst>
            <pc:docMk/>
            <pc:sldMk cId="2468352832" sldId="4471"/>
            <ac:picMk id="34" creationId="{9056FDE0-1264-5063-F751-97338F6E576B}"/>
          </ac:picMkLst>
        </pc:picChg>
        <pc:inkChg chg="add del">
          <ac:chgData name="Nguyen Thanh Uyen" userId="97a8ef35-95e7-46b1-8490-f00ef7a82a6a" providerId="ADAL" clId="{D7F7D2CD-7A1F-B54B-B2BD-4C0FBD8403D0}" dt="2025-06-18T09:09:17.599" v="2014" actId="9405"/>
          <ac:inkMkLst>
            <pc:docMk/>
            <pc:sldMk cId="2468352832" sldId="4471"/>
            <ac:inkMk id="16" creationId="{4CCA70AA-9338-4836-F194-D2A10C88CF7C}"/>
          </ac:inkMkLst>
        </pc:inkChg>
        <pc:inkChg chg="add del">
          <ac:chgData name="Nguyen Thanh Uyen" userId="97a8ef35-95e7-46b1-8490-f00ef7a82a6a" providerId="ADAL" clId="{D7F7D2CD-7A1F-B54B-B2BD-4C0FBD8403D0}" dt="2025-06-18T09:09:33.890" v="2016" actId="9405"/>
          <ac:inkMkLst>
            <pc:docMk/>
            <pc:sldMk cId="2468352832" sldId="4471"/>
            <ac:inkMk id="17" creationId="{35D4D97C-C492-ACC9-C497-74BB0DC56EB2}"/>
          </ac:inkMkLst>
        </pc:inkChg>
        <pc:inkChg chg="add del">
          <ac:chgData name="Nguyen Thanh Uyen" userId="97a8ef35-95e7-46b1-8490-f00ef7a82a6a" providerId="ADAL" clId="{D7F7D2CD-7A1F-B54B-B2BD-4C0FBD8403D0}" dt="2025-06-18T09:09:47.931" v="2020" actId="9405"/>
          <ac:inkMkLst>
            <pc:docMk/>
            <pc:sldMk cId="2468352832" sldId="4471"/>
            <ac:inkMk id="18" creationId="{FF5E774A-E160-FA99-9C1B-755CFBD875EB}"/>
          </ac:inkMkLst>
        </pc:inkChg>
        <pc:inkChg chg="add del">
          <ac:chgData name="Nguyen Thanh Uyen" userId="97a8ef35-95e7-46b1-8490-f00ef7a82a6a" providerId="ADAL" clId="{D7F7D2CD-7A1F-B54B-B2BD-4C0FBD8403D0}" dt="2025-06-18T09:09:47.112" v="2019" actId="9405"/>
          <ac:inkMkLst>
            <pc:docMk/>
            <pc:sldMk cId="2468352832" sldId="4471"/>
            <ac:inkMk id="19" creationId="{2A58C874-297E-A0CA-7173-8E3254CE4A47}"/>
          </ac:inkMkLst>
        </pc:inkChg>
        <pc:inkChg chg="add del">
          <ac:chgData name="Nguyen Thanh Uyen" userId="97a8ef35-95e7-46b1-8490-f00ef7a82a6a" providerId="ADAL" clId="{D7F7D2CD-7A1F-B54B-B2BD-4C0FBD8403D0}" dt="2025-06-18T09:10:12.145" v="2022" actId="9405"/>
          <ac:inkMkLst>
            <pc:docMk/>
            <pc:sldMk cId="2468352832" sldId="4471"/>
            <ac:inkMk id="20" creationId="{F36DF8DE-B928-8514-6712-2361A7809704}"/>
          </ac:inkMkLst>
        </pc:inkChg>
        <pc:inkChg chg="add del">
          <ac:chgData name="Nguyen Thanh Uyen" userId="97a8ef35-95e7-46b1-8490-f00ef7a82a6a" providerId="ADAL" clId="{D7F7D2CD-7A1F-B54B-B2BD-4C0FBD8403D0}" dt="2025-06-18T09:10:21.272" v="2024" actId="9405"/>
          <ac:inkMkLst>
            <pc:docMk/>
            <pc:sldMk cId="2468352832" sldId="4471"/>
            <ac:inkMk id="21" creationId="{8C937C8C-2DCC-909F-FA75-D42B19A09AED}"/>
          </ac:inkMkLst>
        </pc:inkChg>
        <pc:inkChg chg="add del">
          <ac:chgData name="Nguyen Thanh Uyen" userId="97a8ef35-95e7-46b1-8490-f00ef7a82a6a" providerId="ADAL" clId="{D7F7D2CD-7A1F-B54B-B2BD-4C0FBD8403D0}" dt="2025-06-18T09:10:36.786" v="2026" actId="9405"/>
          <ac:inkMkLst>
            <pc:docMk/>
            <pc:sldMk cId="2468352832" sldId="4471"/>
            <ac:inkMk id="22" creationId="{954E3154-FCAE-987C-331E-7AB4F98250B6}"/>
          </ac:inkMkLst>
        </pc:inkChg>
        <pc:inkChg chg="add del">
          <ac:chgData name="Nguyen Thanh Uyen" userId="97a8ef35-95e7-46b1-8490-f00ef7a82a6a" providerId="ADAL" clId="{D7F7D2CD-7A1F-B54B-B2BD-4C0FBD8403D0}" dt="2025-06-18T09:10:43.148" v="2028" actId="9405"/>
          <ac:inkMkLst>
            <pc:docMk/>
            <pc:sldMk cId="2468352832" sldId="4471"/>
            <ac:inkMk id="23" creationId="{6F4369A1-6E59-3F8D-C1BF-380B708313B6}"/>
          </ac:inkMkLst>
        </pc:inkChg>
        <pc:inkChg chg="add del">
          <ac:chgData name="Nguyen Thanh Uyen" userId="97a8ef35-95e7-46b1-8490-f00ef7a82a6a" providerId="ADAL" clId="{D7F7D2CD-7A1F-B54B-B2BD-4C0FBD8403D0}" dt="2025-06-18T09:10:56.290" v="2030" actId="9405"/>
          <ac:inkMkLst>
            <pc:docMk/>
            <pc:sldMk cId="2468352832" sldId="4471"/>
            <ac:inkMk id="24" creationId="{3B4604D1-D3F5-D581-B147-CE601FDDBD16}"/>
          </ac:inkMkLst>
        </pc:inkChg>
        <pc:inkChg chg="add del">
          <ac:chgData name="Nguyen Thanh Uyen" userId="97a8ef35-95e7-46b1-8490-f00ef7a82a6a" providerId="ADAL" clId="{D7F7D2CD-7A1F-B54B-B2BD-4C0FBD8403D0}" dt="2025-06-18T09:11:01.404" v="2032" actId="9405"/>
          <ac:inkMkLst>
            <pc:docMk/>
            <pc:sldMk cId="2468352832" sldId="4471"/>
            <ac:inkMk id="25" creationId="{0BC3AB27-52B7-48A8-CB88-15265FCE1174}"/>
          </ac:inkMkLst>
        </pc:inkChg>
        <pc:inkChg chg="add del">
          <ac:chgData name="Nguyen Thanh Uyen" userId="97a8ef35-95e7-46b1-8490-f00ef7a82a6a" providerId="ADAL" clId="{D7F7D2CD-7A1F-B54B-B2BD-4C0FBD8403D0}" dt="2025-06-18T09:11:05.593" v="2034" actId="9405"/>
          <ac:inkMkLst>
            <pc:docMk/>
            <pc:sldMk cId="2468352832" sldId="4471"/>
            <ac:inkMk id="26" creationId="{ED2AF918-7412-9E78-8764-ACD3550BC21A}"/>
          </ac:inkMkLst>
        </pc:inkChg>
        <pc:inkChg chg="add del">
          <ac:chgData name="Nguyen Thanh Uyen" userId="97a8ef35-95e7-46b1-8490-f00ef7a82a6a" providerId="ADAL" clId="{D7F7D2CD-7A1F-B54B-B2BD-4C0FBD8403D0}" dt="2025-06-18T09:11:27.820" v="2036" actId="9405"/>
          <ac:inkMkLst>
            <pc:docMk/>
            <pc:sldMk cId="2468352832" sldId="4471"/>
            <ac:inkMk id="27" creationId="{728798F3-D7E9-9520-3CE1-B7DD8A3E13CE}"/>
          </ac:inkMkLst>
        </pc:inkChg>
        <pc:inkChg chg="add del">
          <ac:chgData name="Nguyen Thanh Uyen" userId="97a8ef35-95e7-46b1-8490-f00ef7a82a6a" providerId="ADAL" clId="{D7F7D2CD-7A1F-B54B-B2BD-4C0FBD8403D0}" dt="2025-06-18T09:11:43.347" v="2038" actId="9405"/>
          <ac:inkMkLst>
            <pc:docMk/>
            <pc:sldMk cId="2468352832" sldId="4471"/>
            <ac:inkMk id="28" creationId="{F65E4481-B14A-2513-989F-D41A070AAF76}"/>
          </ac:inkMkLst>
        </pc:inkChg>
        <pc:inkChg chg="add del">
          <ac:chgData name="Nguyen Thanh Uyen" userId="97a8ef35-95e7-46b1-8490-f00ef7a82a6a" providerId="ADAL" clId="{D7F7D2CD-7A1F-B54B-B2BD-4C0FBD8403D0}" dt="2025-06-18T09:11:48.530" v="2040" actId="9405"/>
          <ac:inkMkLst>
            <pc:docMk/>
            <pc:sldMk cId="2468352832" sldId="4471"/>
            <ac:inkMk id="29" creationId="{2E11A583-16CD-6DAA-7144-9F1557869260}"/>
          </ac:inkMkLst>
        </pc:inkChg>
        <pc:inkChg chg="add del">
          <ac:chgData name="Nguyen Thanh Uyen" userId="97a8ef35-95e7-46b1-8490-f00ef7a82a6a" providerId="ADAL" clId="{D7F7D2CD-7A1F-B54B-B2BD-4C0FBD8403D0}" dt="2025-06-18T09:11:55.970" v="2042" actId="9405"/>
          <ac:inkMkLst>
            <pc:docMk/>
            <pc:sldMk cId="2468352832" sldId="4471"/>
            <ac:inkMk id="30" creationId="{02AEDA32-3D6B-F0EC-3903-56DC1B706C61}"/>
          </ac:inkMkLst>
        </pc:inkChg>
        <pc:inkChg chg="add del">
          <ac:chgData name="Nguyen Thanh Uyen" userId="97a8ef35-95e7-46b1-8490-f00ef7a82a6a" providerId="ADAL" clId="{D7F7D2CD-7A1F-B54B-B2BD-4C0FBD8403D0}" dt="2025-06-18T09:11:59.677" v="2044" actId="9405"/>
          <ac:inkMkLst>
            <pc:docMk/>
            <pc:sldMk cId="2468352832" sldId="4471"/>
            <ac:inkMk id="31" creationId="{2F6F3DE2-638E-C939-69DF-D49EB2BD083F}"/>
          </ac:inkMkLst>
        </pc:inkChg>
        <pc:inkChg chg="add del">
          <ac:chgData name="Nguyen Thanh Uyen" userId="97a8ef35-95e7-46b1-8490-f00ef7a82a6a" providerId="ADAL" clId="{D7F7D2CD-7A1F-B54B-B2BD-4C0FBD8403D0}" dt="2025-06-18T09:12:04.480" v="2046" actId="9405"/>
          <ac:inkMkLst>
            <pc:docMk/>
            <pc:sldMk cId="2468352832" sldId="4471"/>
            <ac:inkMk id="32" creationId="{19C009FA-40E0-9D52-C194-8E4C23C5D9A2}"/>
          </ac:inkMkLst>
        </pc:inkChg>
        <pc:inkChg chg="add">
          <ac:chgData name="Nguyen Thanh Uyen" userId="97a8ef35-95e7-46b1-8490-f00ef7a82a6a" providerId="ADAL" clId="{D7F7D2CD-7A1F-B54B-B2BD-4C0FBD8403D0}" dt="2025-06-18T09:12:17.562" v="2047" actId="9405"/>
          <ac:inkMkLst>
            <pc:docMk/>
            <pc:sldMk cId="2468352832" sldId="4471"/>
            <ac:inkMk id="33" creationId="{973E3195-A336-7B3A-BAE4-E5C4F003596B}"/>
          </ac:inkMkLst>
        </pc:inkChg>
        <pc:cxnChg chg="add mod">
          <ac:chgData name="Nguyen Thanh Uyen" userId="97a8ef35-95e7-46b1-8490-f00ef7a82a6a" providerId="ADAL" clId="{D7F7D2CD-7A1F-B54B-B2BD-4C0FBD8403D0}" dt="2025-06-18T09:07:45.289" v="2005" actId="14100"/>
          <ac:cxnSpMkLst>
            <pc:docMk/>
            <pc:sldMk cId="2468352832" sldId="4471"/>
            <ac:cxnSpMk id="6" creationId="{6E379FEC-CAC7-471D-6AF6-FC0ECCF628BC}"/>
          </ac:cxnSpMkLst>
        </pc:cxnChg>
        <pc:cxnChg chg="add mod">
          <ac:chgData name="Nguyen Thanh Uyen" userId="97a8ef35-95e7-46b1-8490-f00ef7a82a6a" providerId="ADAL" clId="{D7F7D2CD-7A1F-B54B-B2BD-4C0FBD8403D0}" dt="2025-06-18T09:07:40.171" v="2003" actId="14100"/>
          <ac:cxnSpMkLst>
            <pc:docMk/>
            <pc:sldMk cId="2468352832" sldId="4471"/>
            <ac:cxnSpMk id="9" creationId="{D69A1713-0484-C315-1CDA-E5AE220D20FD}"/>
          </ac:cxnSpMkLst>
        </pc:cxnChg>
        <pc:cxnChg chg="add mod">
          <ac:chgData name="Nguyen Thanh Uyen" userId="97a8ef35-95e7-46b1-8490-f00ef7a82a6a" providerId="ADAL" clId="{D7F7D2CD-7A1F-B54B-B2BD-4C0FBD8403D0}" dt="2025-06-18T09:18:40.675" v="2101" actId="14100"/>
          <ac:cxnSpMkLst>
            <pc:docMk/>
            <pc:sldMk cId="2468352832" sldId="4471"/>
            <ac:cxnSpMk id="36" creationId="{0F4718A1-B45E-9184-90AE-25F6D3F43B1F}"/>
          </ac:cxnSpMkLst>
        </pc:cxnChg>
      </pc:sldChg>
      <pc:sldChg chg="addSp delSp modSp new mod">
        <pc:chgData name="Nguyen Thanh Uyen" userId="97a8ef35-95e7-46b1-8490-f00ef7a82a6a" providerId="ADAL" clId="{D7F7D2CD-7A1F-B54B-B2BD-4C0FBD8403D0}" dt="2025-06-18T13:52:31.282" v="2173" actId="14100"/>
        <pc:sldMkLst>
          <pc:docMk/>
          <pc:sldMk cId="2022397720" sldId="4472"/>
        </pc:sldMkLst>
        <pc:spChg chg="add del">
          <ac:chgData name="Nguyen Thanh Uyen" userId="97a8ef35-95e7-46b1-8490-f00ef7a82a6a" providerId="ADAL" clId="{D7F7D2CD-7A1F-B54B-B2BD-4C0FBD8403D0}" dt="2025-06-18T13:51:08.448" v="2103" actId="22"/>
          <ac:spMkLst>
            <pc:docMk/>
            <pc:sldMk cId="2022397720" sldId="4472"/>
            <ac:spMk id="4" creationId="{6805F963-460E-7BC4-A646-11CB4B16C0C1}"/>
          </ac:spMkLst>
        </pc:spChg>
        <pc:spChg chg="add mod">
          <ac:chgData name="Nguyen Thanh Uyen" userId="97a8ef35-95e7-46b1-8490-f00ef7a82a6a" providerId="ADAL" clId="{D7F7D2CD-7A1F-B54B-B2BD-4C0FBD8403D0}" dt="2025-06-18T13:52:31.282" v="2173" actId="14100"/>
          <ac:spMkLst>
            <pc:docMk/>
            <pc:sldMk cId="2022397720" sldId="4472"/>
            <ac:spMk id="5" creationId="{86D5F9A0-1E5D-79BE-4D06-B642FDDB9B21}"/>
          </ac:spMkLst>
        </pc:spChg>
        <pc:picChg chg="add mod">
          <ac:chgData name="Nguyen Thanh Uyen" userId="97a8ef35-95e7-46b1-8490-f00ef7a82a6a" providerId="ADAL" clId="{D7F7D2CD-7A1F-B54B-B2BD-4C0FBD8403D0}" dt="2025-06-18T09:08:50.461" v="2012" actId="1076"/>
          <ac:picMkLst>
            <pc:docMk/>
            <pc:sldMk cId="2022397720" sldId="4472"/>
            <ac:picMk id="2" creationId="{5DBC5249-F1DE-F44C-856C-C87A053B57D1}"/>
          </ac:picMkLst>
        </pc:picChg>
      </pc:sldChg>
      <pc:sldChg chg="add del ord">
        <pc:chgData name="Nguyen Thanh Uyen" userId="97a8ef35-95e7-46b1-8490-f00ef7a82a6a" providerId="ADAL" clId="{D7F7D2CD-7A1F-B54B-B2BD-4C0FBD8403D0}" dt="2025-06-18T13:53:09.472" v="2180" actId="2696"/>
        <pc:sldMkLst>
          <pc:docMk/>
          <pc:sldMk cId="1858523022" sldId="4473"/>
        </pc:sldMkLst>
      </pc:sldChg>
      <pc:sldChg chg="addSp delSp modSp new mod">
        <pc:chgData name="Nguyen Thanh Uyen" userId="97a8ef35-95e7-46b1-8490-f00ef7a82a6a" providerId="ADAL" clId="{D7F7D2CD-7A1F-B54B-B2BD-4C0FBD8403D0}" dt="2025-06-18T14:22:24.922" v="2606" actId="478"/>
        <pc:sldMkLst>
          <pc:docMk/>
          <pc:sldMk cId="3600801078" sldId="4473"/>
        </pc:sldMkLst>
        <pc:spChg chg="add del mod">
          <ac:chgData name="Nguyen Thanh Uyen" userId="97a8ef35-95e7-46b1-8490-f00ef7a82a6a" providerId="ADAL" clId="{D7F7D2CD-7A1F-B54B-B2BD-4C0FBD8403D0}" dt="2025-06-18T14:18:37.248" v="2420" actId="14100"/>
          <ac:spMkLst>
            <pc:docMk/>
            <pc:sldMk cId="3600801078" sldId="4473"/>
            <ac:spMk id="3" creationId="{82298A67-C60A-CC93-15D0-E2990ADEE5EA}"/>
          </ac:spMkLst>
        </pc:spChg>
        <pc:spChg chg="add del mod">
          <ac:chgData name="Nguyen Thanh Uyen" userId="97a8ef35-95e7-46b1-8490-f00ef7a82a6a" providerId="ADAL" clId="{D7F7D2CD-7A1F-B54B-B2BD-4C0FBD8403D0}" dt="2025-06-18T14:22:23.178" v="2605" actId="478"/>
          <ac:spMkLst>
            <pc:docMk/>
            <pc:sldMk cId="3600801078" sldId="4473"/>
            <ac:spMk id="4" creationId="{2E867D97-E2D0-63A3-FF48-E67A2EEB1B2A}"/>
          </ac:spMkLst>
        </pc:spChg>
        <pc:spChg chg="add del mod">
          <ac:chgData name="Nguyen Thanh Uyen" userId="97a8ef35-95e7-46b1-8490-f00ef7a82a6a" providerId="ADAL" clId="{D7F7D2CD-7A1F-B54B-B2BD-4C0FBD8403D0}" dt="2025-06-18T14:22:21.773" v="2604" actId="478"/>
          <ac:spMkLst>
            <pc:docMk/>
            <pc:sldMk cId="3600801078" sldId="4473"/>
            <ac:spMk id="8" creationId="{F12566B1-FAF6-21C2-BCA4-01D75F88BC64}"/>
          </ac:spMkLst>
        </pc:spChg>
        <pc:picChg chg="add mod">
          <ac:chgData name="Nguyen Thanh Uyen" userId="97a8ef35-95e7-46b1-8490-f00ef7a82a6a" providerId="ADAL" clId="{D7F7D2CD-7A1F-B54B-B2BD-4C0FBD8403D0}" dt="2025-06-18T14:12:47.311" v="2190" actId="14100"/>
          <ac:picMkLst>
            <pc:docMk/>
            <pc:sldMk cId="3600801078" sldId="4473"/>
            <ac:picMk id="2" creationId="{1D00989A-A6F5-C700-DD00-6D60A3FAFD49}"/>
          </ac:picMkLst>
        </pc:picChg>
        <pc:picChg chg="add del mod">
          <ac:chgData name="Nguyen Thanh Uyen" userId="97a8ef35-95e7-46b1-8490-f00ef7a82a6a" providerId="ADAL" clId="{D7F7D2CD-7A1F-B54B-B2BD-4C0FBD8403D0}" dt="2025-06-18T14:18:17.796" v="2414" actId="478"/>
          <ac:picMkLst>
            <pc:docMk/>
            <pc:sldMk cId="3600801078" sldId="4473"/>
            <ac:picMk id="10" creationId="{6F0E26D1-C12D-7804-0673-FC88FC7A4983}"/>
          </ac:picMkLst>
        </pc:picChg>
        <pc:cxnChg chg="add del mod">
          <ac:chgData name="Nguyen Thanh Uyen" userId="97a8ef35-95e7-46b1-8490-f00ef7a82a6a" providerId="ADAL" clId="{D7F7D2CD-7A1F-B54B-B2BD-4C0FBD8403D0}" dt="2025-06-18T14:22:24.922" v="2606" actId="478"/>
          <ac:cxnSpMkLst>
            <pc:docMk/>
            <pc:sldMk cId="3600801078" sldId="4473"/>
            <ac:cxnSpMk id="5" creationId="{C5172DB1-B1AE-F31E-D197-279C556FEFD8}"/>
          </ac:cxnSpMkLst>
        </pc:cxnChg>
      </pc:sldChg>
      <pc:sldChg chg="delSp modSp add mod ord">
        <pc:chgData name="Nguyen Thanh Uyen" userId="97a8ef35-95e7-46b1-8490-f00ef7a82a6a" providerId="ADAL" clId="{D7F7D2CD-7A1F-B54B-B2BD-4C0FBD8403D0}" dt="2025-06-18T14:13:59.779" v="2238" actId="14100"/>
        <pc:sldMkLst>
          <pc:docMk/>
          <pc:sldMk cId="4227847666" sldId="4474"/>
        </pc:sldMkLst>
        <pc:spChg chg="del mod">
          <ac:chgData name="Nguyen Thanh Uyen" userId="97a8ef35-95e7-46b1-8490-f00ef7a82a6a" providerId="ADAL" clId="{D7F7D2CD-7A1F-B54B-B2BD-4C0FBD8403D0}" dt="2025-06-18T14:13:40.513" v="2233" actId="478"/>
          <ac:spMkLst>
            <pc:docMk/>
            <pc:sldMk cId="4227847666" sldId="4474"/>
            <ac:spMk id="3" creationId="{2F6A1D5B-782A-78CB-D279-D6A820E9C631}"/>
          </ac:spMkLst>
        </pc:spChg>
        <pc:spChg chg="mod">
          <ac:chgData name="Nguyen Thanh Uyen" userId="97a8ef35-95e7-46b1-8490-f00ef7a82a6a" providerId="ADAL" clId="{D7F7D2CD-7A1F-B54B-B2BD-4C0FBD8403D0}" dt="2025-06-18T14:13:35.204" v="2231" actId="20577"/>
          <ac:spMkLst>
            <pc:docMk/>
            <pc:sldMk cId="4227847666" sldId="4474"/>
            <ac:spMk id="5" creationId="{D3FE1A2F-1467-6EB1-1304-E3881F24533D}"/>
          </ac:spMkLst>
        </pc:spChg>
        <pc:cxnChg chg="del">
          <ac:chgData name="Nguyen Thanh Uyen" userId="97a8ef35-95e7-46b1-8490-f00ef7a82a6a" providerId="ADAL" clId="{D7F7D2CD-7A1F-B54B-B2BD-4C0FBD8403D0}" dt="2025-06-18T14:13:42.255" v="2234" actId="478"/>
          <ac:cxnSpMkLst>
            <pc:docMk/>
            <pc:sldMk cId="4227847666" sldId="4474"/>
            <ac:cxnSpMk id="4" creationId="{94CBEE61-E38C-2B52-5280-7877BFEB61AF}"/>
          </ac:cxnSpMkLst>
        </pc:cxnChg>
        <pc:cxnChg chg="mod">
          <ac:chgData name="Nguyen Thanh Uyen" userId="97a8ef35-95e7-46b1-8490-f00ef7a82a6a" providerId="ADAL" clId="{D7F7D2CD-7A1F-B54B-B2BD-4C0FBD8403D0}" dt="2025-06-18T14:13:59.779" v="2238" actId="14100"/>
          <ac:cxnSpMkLst>
            <pc:docMk/>
            <pc:sldMk cId="4227847666" sldId="4474"/>
            <ac:cxnSpMk id="10" creationId="{E030CD27-B04D-4C3E-5397-B28DD85ABB05}"/>
          </ac:cxnSpMkLst>
        </pc:cxnChg>
      </pc:sldChg>
      <pc:sldChg chg="addSp delSp modSp new mod">
        <pc:chgData name="Nguyen Thanh Uyen" userId="97a8ef35-95e7-46b1-8490-f00ef7a82a6a" providerId="ADAL" clId="{D7F7D2CD-7A1F-B54B-B2BD-4C0FBD8403D0}" dt="2025-06-18T14:21:38.352" v="2600" actId="9405"/>
        <pc:sldMkLst>
          <pc:docMk/>
          <pc:sldMk cId="3382949380" sldId="4475"/>
        </pc:sldMkLst>
        <pc:spChg chg="add mod">
          <ac:chgData name="Nguyen Thanh Uyen" userId="97a8ef35-95e7-46b1-8490-f00ef7a82a6a" providerId="ADAL" clId="{D7F7D2CD-7A1F-B54B-B2BD-4C0FBD8403D0}" dt="2025-06-18T14:20:07.983" v="2568" actId="1076"/>
          <ac:spMkLst>
            <pc:docMk/>
            <pc:sldMk cId="3382949380" sldId="4475"/>
            <ac:spMk id="3" creationId="{0F81E0E7-7912-2939-D33F-DAB1F5F10257}"/>
          </ac:spMkLst>
        </pc:spChg>
        <pc:picChg chg="add mod">
          <ac:chgData name="Nguyen Thanh Uyen" userId="97a8ef35-95e7-46b1-8490-f00ef7a82a6a" providerId="ADAL" clId="{D7F7D2CD-7A1F-B54B-B2BD-4C0FBD8403D0}" dt="2025-06-18T14:18:26.864" v="2418" actId="14100"/>
          <ac:picMkLst>
            <pc:docMk/>
            <pc:sldMk cId="3382949380" sldId="4475"/>
            <ac:picMk id="2" creationId="{EA0DF1C4-DF6F-A2B5-780B-C375E7338754}"/>
          </ac:picMkLst>
        </pc:picChg>
        <pc:inkChg chg="add del">
          <ac:chgData name="Nguyen Thanh Uyen" userId="97a8ef35-95e7-46b1-8490-f00ef7a82a6a" providerId="ADAL" clId="{D7F7D2CD-7A1F-B54B-B2BD-4C0FBD8403D0}" dt="2025-06-18T14:20:27.730" v="2572" actId="9405"/>
          <ac:inkMkLst>
            <pc:docMk/>
            <pc:sldMk cId="3382949380" sldId="4475"/>
            <ac:inkMk id="4" creationId="{1922A633-ABAC-2E03-31AC-670CB4E7FCF0}"/>
          </ac:inkMkLst>
        </pc:inkChg>
        <pc:inkChg chg="add del">
          <ac:chgData name="Nguyen Thanh Uyen" userId="97a8ef35-95e7-46b1-8490-f00ef7a82a6a" providerId="ADAL" clId="{D7F7D2CD-7A1F-B54B-B2BD-4C0FBD8403D0}" dt="2025-06-18T14:20:26.155" v="2571" actId="9405"/>
          <ac:inkMkLst>
            <pc:docMk/>
            <pc:sldMk cId="3382949380" sldId="4475"/>
            <ac:inkMk id="5" creationId="{FF18C1F5-DA61-5757-26B7-E7FB325BC529}"/>
          </ac:inkMkLst>
        </pc:inkChg>
        <pc:inkChg chg="add del">
          <ac:chgData name="Nguyen Thanh Uyen" userId="97a8ef35-95e7-46b1-8490-f00ef7a82a6a" providerId="ADAL" clId="{D7F7D2CD-7A1F-B54B-B2BD-4C0FBD8403D0}" dt="2025-06-18T14:20:36.844" v="2574" actId="9405"/>
          <ac:inkMkLst>
            <pc:docMk/>
            <pc:sldMk cId="3382949380" sldId="4475"/>
            <ac:inkMk id="6" creationId="{111D5B6B-FB1C-F09C-2CB8-82716E7A17A1}"/>
          </ac:inkMkLst>
        </pc:inkChg>
        <pc:inkChg chg="add del">
          <ac:chgData name="Nguyen Thanh Uyen" userId="97a8ef35-95e7-46b1-8490-f00ef7a82a6a" providerId="ADAL" clId="{D7F7D2CD-7A1F-B54B-B2BD-4C0FBD8403D0}" dt="2025-06-18T14:20:41.489" v="2576" actId="9405"/>
          <ac:inkMkLst>
            <pc:docMk/>
            <pc:sldMk cId="3382949380" sldId="4475"/>
            <ac:inkMk id="7" creationId="{5313A530-855E-7D05-9C12-3DAD6F0FEA2A}"/>
          </ac:inkMkLst>
        </pc:inkChg>
        <pc:inkChg chg="add del">
          <ac:chgData name="Nguyen Thanh Uyen" userId="97a8ef35-95e7-46b1-8490-f00ef7a82a6a" providerId="ADAL" clId="{D7F7D2CD-7A1F-B54B-B2BD-4C0FBD8403D0}" dt="2025-06-18T14:20:46.243" v="2578" actId="9405"/>
          <ac:inkMkLst>
            <pc:docMk/>
            <pc:sldMk cId="3382949380" sldId="4475"/>
            <ac:inkMk id="8" creationId="{078FBC07-E793-AE6C-2410-4D3C5D39898B}"/>
          </ac:inkMkLst>
        </pc:inkChg>
        <pc:inkChg chg="add">
          <ac:chgData name="Nguyen Thanh Uyen" userId="97a8ef35-95e7-46b1-8490-f00ef7a82a6a" providerId="ADAL" clId="{D7F7D2CD-7A1F-B54B-B2BD-4C0FBD8403D0}" dt="2025-06-18T14:20:51.695" v="2579" actId="9405"/>
          <ac:inkMkLst>
            <pc:docMk/>
            <pc:sldMk cId="3382949380" sldId="4475"/>
            <ac:inkMk id="9" creationId="{2A9A8CFD-DDD0-3436-F85F-91AF52DB1C49}"/>
          </ac:inkMkLst>
        </pc:inkChg>
        <pc:inkChg chg="add del">
          <ac:chgData name="Nguyen Thanh Uyen" userId="97a8ef35-95e7-46b1-8490-f00ef7a82a6a" providerId="ADAL" clId="{D7F7D2CD-7A1F-B54B-B2BD-4C0FBD8403D0}" dt="2025-06-18T14:20:59.302" v="2581" actId="9405"/>
          <ac:inkMkLst>
            <pc:docMk/>
            <pc:sldMk cId="3382949380" sldId="4475"/>
            <ac:inkMk id="10" creationId="{9A41813C-64F8-B720-0D13-FA6162221807}"/>
          </ac:inkMkLst>
        </pc:inkChg>
        <pc:inkChg chg="add del">
          <ac:chgData name="Nguyen Thanh Uyen" userId="97a8ef35-95e7-46b1-8490-f00ef7a82a6a" providerId="ADAL" clId="{D7F7D2CD-7A1F-B54B-B2BD-4C0FBD8403D0}" dt="2025-06-18T14:21:04.672" v="2583" actId="9405"/>
          <ac:inkMkLst>
            <pc:docMk/>
            <pc:sldMk cId="3382949380" sldId="4475"/>
            <ac:inkMk id="11" creationId="{B08F1661-BBB7-48AC-79F5-ADF08BD5F3BF}"/>
          </ac:inkMkLst>
        </pc:inkChg>
        <pc:inkChg chg="add del">
          <ac:chgData name="Nguyen Thanh Uyen" userId="97a8ef35-95e7-46b1-8490-f00ef7a82a6a" providerId="ADAL" clId="{D7F7D2CD-7A1F-B54B-B2BD-4C0FBD8403D0}" dt="2025-06-18T14:21:07.651" v="2585" actId="9405"/>
          <ac:inkMkLst>
            <pc:docMk/>
            <pc:sldMk cId="3382949380" sldId="4475"/>
            <ac:inkMk id="12" creationId="{C67C6AA6-4BB0-69A3-8F28-CC9A26FA537E}"/>
          </ac:inkMkLst>
        </pc:inkChg>
        <pc:inkChg chg="add del">
          <ac:chgData name="Nguyen Thanh Uyen" userId="97a8ef35-95e7-46b1-8490-f00ef7a82a6a" providerId="ADAL" clId="{D7F7D2CD-7A1F-B54B-B2BD-4C0FBD8403D0}" dt="2025-06-18T14:21:10.580" v="2587" actId="9405"/>
          <ac:inkMkLst>
            <pc:docMk/>
            <pc:sldMk cId="3382949380" sldId="4475"/>
            <ac:inkMk id="13" creationId="{DB040469-AA30-C490-284B-B1ED402075AC}"/>
          </ac:inkMkLst>
        </pc:inkChg>
        <pc:inkChg chg="add del">
          <ac:chgData name="Nguyen Thanh Uyen" userId="97a8ef35-95e7-46b1-8490-f00ef7a82a6a" providerId="ADAL" clId="{D7F7D2CD-7A1F-B54B-B2BD-4C0FBD8403D0}" dt="2025-06-18T14:21:12.741" v="2589" actId="9405"/>
          <ac:inkMkLst>
            <pc:docMk/>
            <pc:sldMk cId="3382949380" sldId="4475"/>
            <ac:inkMk id="14" creationId="{0CF18F79-65BA-5CA4-E746-176A5C929C5E}"/>
          </ac:inkMkLst>
        </pc:inkChg>
        <pc:inkChg chg="add del">
          <ac:chgData name="Nguyen Thanh Uyen" userId="97a8ef35-95e7-46b1-8490-f00ef7a82a6a" providerId="ADAL" clId="{D7F7D2CD-7A1F-B54B-B2BD-4C0FBD8403D0}" dt="2025-06-18T14:21:16.141" v="2591" actId="9405"/>
          <ac:inkMkLst>
            <pc:docMk/>
            <pc:sldMk cId="3382949380" sldId="4475"/>
            <ac:inkMk id="15" creationId="{EBD52F67-56EF-82A9-66A0-5BD1291F5D30}"/>
          </ac:inkMkLst>
        </pc:inkChg>
        <pc:inkChg chg="add del">
          <ac:chgData name="Nguyen Thanh Uyen" userId="97a8ef35-95e7-46b1-8490-f00ef7a82a6a" providerId="ADAL" clId="{D7F7D2CD-7A1F-B54B-B2BD-4C0FBD8403D0}" dt="2025-06-18T14:21:18.375" v="2593" actId="9405"/>
          <ac:inkMkLst>
            <pc:docMk/>
            <pc:sldMk cId="3382949380" sldId="4475"/>
            <ac:inkMk id="16" creationId="{07778DFE-35EF-92DB-3255-F50EB75AE85E}"/>
          </ac:inkMkLst>
        </pc:inkChg>
        <pc:inkChg chg="add del">
          <ac:chgData name="Nguyen Thanh Uyen" userId="97a8ef35-95e7-46b1-8490-f00ef7a82a6a" providerId="ADAL" clId="{D7F7D2CD-7A1F-B54B-B2BD-4C0FBD8403D0}" dt="2025-06-18T14:21:21.561" v="2595" actId="9405"/>
          <ac:inkMkLst>
            <pc:docMk/>
            <pc:sldMk cId="3382949380" sldId="4475"/>
            <ac:inkMk id="17" creationId="{2E4E0BF5-2BC4-4831-BF5F-BF357F56A360}"/>
          </ac:inkMkLst>
        </pc:inkChg>
        <pc:inkChg chg="add">
          <ac:chgData name="Nguyen Thanh Uyen" userId="97a8ef35-95e7-46b1-8490-f00ef7a82a6a" providerId="ADAL" clId="{D7F7D2CD-7A1F-B54B-B2BD-4C0FBD8403D0}" dt="2025-06-18T14:21:23.885" v="2596" actId="9405"/>
          <ac:inkMkLst>
            <pc:docMk/>
            <pc:sldMk cId="3382949380" sldId="4475"/>
            <ac:inkMk id="18" creationId="{C702B08A-AE09-8B4E-9F88-6A4A41B65724}"/>
          </ac:inkMkLst>
        </pc:inkChg>
        <pc:inkChg chg="add del">
          <ac:chgData name="Nguyen Thanh Uyen" userId="97a8ef35-95e7-46b1-8490-f00ef7a82a6a" providerId="ADAL" clId="{D7F7D2CD-7A1F-B54B-B2BD-4C0FBD8403D0}" dt="2025-06-18T14:21:29.468" v="2598" actId="9405"/>
          <ac:inkMkLst>
            <pc:docMk/>
            <pc:sldMk cId="3382949380" sldId="4475"/>
            <ac:inkMk id="19" creationId="{604E5762-DCF3-6663-AB32-A747AFE5CD9D}"/>
          </ac:inkMkLst>
        </pc:inkChg>
        <pc:inkChg chg="add del">
          <ac:chgData name="Nguyen Thanh Uyen" userId="97a8ef35-95e7-46b1-8490-f00ef7a82a6a" providerId="ADAL" clId="{D7F7D2CD-7A1F-B54B-B2BD-4C0FBD8403D0}" dt="2025-06-18T14:21:38.352" v="2600" actId="9405"/>
          <ac:inkMkLst>
            <pc:docMk/>
            <pc:sldMk cId="3382949380" sldId="4475"/>
            <ac:inkMk id="20" creationId="{E096F320-386E-FF1A-28E2-00B1FCB028E4}"/>
          </ac:inkMkLst>
        </pc:inkChg>
      </pc:sldChg>
      <pc:sldChg chg="addSp modSp add mod ord">
        <pc:chgData name="Nguyen Thanh Uyen" userId="97a8ef35-95e7-46b1-8490-f00ef7a82a6a" providerId="ADAL" clId="{D7F7D2CD-7A1F-B54B-B2BD-4C0FBD8403D0}" dt="2025-06-18T14:22:58.705" v="2612" actId="14100"/>
        <pc:sldMkLst>
          <pc:docMk/>
          <pc:sldMk cId="2912262944" sldId="4476"/>
        </pc:sldMkLst>
        <pc:spChg chg="mod">
          <ac:chgData name="Nguyen Thanh Uyen" userId="97a8ef35-95e7-46b1-8490-f00ef7a82a6a" providerId="ADAL" clId="{D7F7D2CD-7A1F-B54B-B2BD-4C0FBD8403D0}" dt="2025-06-18T14:22:48.846" v="2609" actId="1076"/>
          <ac:spMkLst>
            <pc:docMk/>
            <pc:sldMk cId="2912262944" sldId="4476"/>
            <ac:spMk id="8" creationId="{F12566B1-FAF6-21C2-BCA4-01D75F88BC64}"/>
          </ac:spMkLst>
        </pc:spChg>
        <pc:cxnChg chg="add mod">
          <ac:chgData name="Nguyen Thanh Uyen" userId="97a8ef35-95e7-46b1-8490-f00ef7a82a6a" providerId="ADAL" clId="{D7F7D2CD-7A1F-B54B-B2BD-4C0FBD8403D0}" dt="2025-06-18T14:22:58.705" v="2612" actId="14100"/>
          <ac:cxnSpMkLst>
            <pc:docMk/>
            <pc:sldMk cId="2912262944" sldId="4476"/>
            <ac:cxnSpMk id="6" creationId="{39024543-28CF-8E86-7E32-EB466480D5EA}"/>
          </ac:cxnSpMkLst>
        </pc:cxnChg>
      </pc:sldChg>
      <pc:sldChg chg="addSp delSp modSp new mod">
        <pc:chgData name="Nguyen Thanh Uyen" userId="97a8ef35-95e7-46b1-8490-f00ef7a82a6a" providerId="ADAL" clId="{D7F7D2CD-7A1F-B54B-B2BD-4C0FBD8403D0}" dt="2025-06-18T16:14:44.939" v="3424" actId="478"/>
        <pc:sldMkLst>
          <pc:docMk/>
          <pc:sldMk cId="909394431" sldId="4477"/>
        </pc:sldMkLst>
        <pc:spChg chg="add mod">
          <ac:chgData name="Nguyen Thanh Uyen" userId="97a8ef35-95e7-46b1-8490-f00ef7a82a6a" providerId="ADAL" clId="{D7F7D2CD-7A1F-B54B-B2BD-4C0FBD8403D0}" dt="2025-06-18T14:46:17.361" v="3005" actId="1076"/>
          <ac:spMkLst>
            <pc:docMk/>
            <pc:sldMk cId="909394431" sldId="4477"/>
            <ac:spMk id="3" creationId="{4A36386C-CD37-39EC-CFB4-23CABAE9452B}"/>
          </ac:spMkLst>
        </pc:spChg>
        <pc:spChg chg="add mod">
          <ac:chgData name="Nguyen Thanh Uyen" userId="97a8ef35-95e7-46b1-8490-f00ef7a82a6a" providerId="ADAL" clId="{D7F7D2CD-7A1F-B54B-B2BD-4C0FBD8403D0}" dt="2025-06-18T16:09:43.812" v="3261" actId="20577"/>
          <ac:spMkLst>
            <pc:docMk/>
            <pc:sldMk cId="909394431" sldId="4477"/>
            <ac:spMk id="4" creationId="{AC98DC67-1B99-C195-AC25-7246ABB23049}"/>
          </ac:spMkLst>
        </pc:spChg>
        <pc:spChg chg="add mod">
          <ac:chgData name="Nguyen Thanh Uyen" userId="97a8ef35-95e7-46b1-8490-f00ef7a82a6a" providerId="ADAL" clId="{D7F7D2CD-7A1F-B54B-B2BD-4C0FBD8403D0}" dt="2025-06-18T16:10:55.413" v="3362" actId="1076"/>
          <ac:spMkLst>
            <pc:docMk/>
            <pc:sldMk cId="909394431" sldId="4477"/>
            <ac:spMk id="11" creationId="{E9C9D08C-45F7-B061-E950-7008D0A26658}"/>
          </ac:spMkLst>
        </pc:spChg>
        <pc:spChg chg="add mod">
          <ac:chgData name="Nguyen Thanh Uyen" userId="97a8ef35-95e7-46b1-8490-f00ef7a82a6a" providerId="ADAL" clId="{D7F7D2CD-7A1F-B54B-B2BD-4C0FBD8403D0}" dt="2025-06-18T16:14:00.755" v="3418" actId="1076"/>
          <ac:spMkLst>
            <pc:docMk/>
            <pc:sldMk cId="909394431" sldId="4477"/>
            <ac:spMk id="12" creationId="{195C2253-16DB-AC22-2D8A-D72501DED6C6}"/>
          </ac:spMkLst>
        </pc:spChg>
        <pc:picChg chg="add mod">
          <ac:chgData name="Nguyen Thanh Uyen" userId="97a8ef35-95e7-46b1-8490-f00ef7a82a6a" providerId="ADAL" clId="{D7F7D2CD-7A1F-B54B-B2BD-4C0FBD8403D0}" dt="2025-06-18T16:10:50.980" v="3361" actId="1076"/>
          <ac:picMkLst>
            <pc:docMk/>
            <pc:sldMk cId="909394431" sldId="4477"/>
            <ac:picMk id="2" creationId="{4587D5AC-16AE-4869-45D2-CBC8B338EFA9}"/>
          </ac:picMkLst>
        </pc:picChg>
        <pc:picChg chg="add del mod">
          <ac:chgData name="Nguyen Thanh Uyen" userId="97a8ef35-95e7-46b1-8490-f00ef7a82a6a" providerId="ADAL" clId="{D7F7D2CD-7A1F-B54B-B2BD-4C0FBD8403D0}" dt="2025-06-18T16:14:44.939" v="3424" actId="478"/>
          <ac:picMkLst>
            <pc:docMk/>
            <pc:sldMk cId="909394431" sldId="4477"/>
            <ac:picMk id="16" creationId="{D90EB776-5E89-3A6D-4BFA-7BF218BCDBB4}"/>
          </ac:picMkLst>
        </pc:picChg>
        <pc:cxnChg chg="add mod">
          <ac:chgData name="Nguyen Thanh Uyen" userId="97a8ef35-95e7-46b1-8490-f00ef7a82a6a" providerId="ADAL" clId="{D7F7D2CD-7A1F-B54B-B2BD-4C0FBD8403D0}" dt="2025-06-18T16:09:53.147" v="3263" actId="14100"/>
          <ac:cxnSpMkLst>
            <pc:docMk/>
            <pc:sldMk cId="909394431" sldId="4477"/>
            <ac:cxnSpMk id="5" creationId="{F8FF4569-261A-C8C7-F1B7-C577798A7CF1}"/>
          </ac:cxnSpMkLst>
        </pc:cxnChg>
        <pc:cxnChg chg="add del mod">
          <ac:chgData name="Nguyen Thanh Uyen" userId="97a8ef35-95e7-46b1-8490-f00ef7a82a6a" providerId="ADAL" clId="{D7F7D2CD-7A1F-B54B-B2BD-4C0FBD8403D0}" dt="2025-06-18T16:09:49.203" v="3262" actId="478"/>
          <ac:cxnSpMkLst>
            <pc:docMk/>
            <pc:sldMk cId="909394431" sldId="4477"/>
            <ac:cxnSpMk id="7" creationId="{B810E25E-A436-37A2-CCD4-E77EC85AD41B}"/>
          </ac:cxnSpMkLst>
        </pc:cxnChg>
        <pc:cxnChg chg="add mod">
          <ac:chgData name="Nguyen Thanh Uyen" userId="97a8ef35-95e7-46b1-8490-f00ef7a82a6a" providerId="ADAL" clId="{D7F7D2CD-7A1F-B54B-B2BD-4C0FBD8403D0}" dt="2025-06-18T16:14:10.319" v="3422" actId="1076"/>
          <ac:cxnSpMkLst>
            <pc:docMk/>
            <pc:sldMk cId="909394431" sldId="4477"/>
            <ac:cxnSpMk id="13" creationId="{53C3DF7E-E349-B7B5-0AE3-A26F7F8B22DE}"/>
          </ac:cxnSpMkLst>
        </pc:cxnChg>
      </pc:sldChg>
      <pc:sldChg chg="addSp delSp modSp add mod">
        <pc:chgData name="Nguyen Thanh Uyen" userId="97a8ef35-95e7-46b1-8490-f00ef7a82a6a" providerId="ADAL" clId="{D7F7D2CD-7A1F-B54B-B2BD-4C0FBD8403D0}" dt="2025-06-18T14:44:44.878" v="2863" actId="478"/>
        <pc:sldMkLst>
          <pc:docMk/>
          <pc:sldMk cId="4076800060" sldId="4478"/>
        </pc:sldMkLst>
        <pc:spChg chg="del">
          <ac:chgData name="Nguyen Thanh Uyen" userId="97a8ef35-95e7-46b1-8490-f00ef7a82a6a" providerId="ADAL" clId="{D7F7D2CD-7A1F-B54B-B2BD-4C0FBD8403D0}" dt="2025-06-18T14:23:30.630" v="2615" actId="478"/>
          <ac:spMkLst>
            <pc:docMk/>
            <pc:sldMk cId="4076800060" sldId="4478"/>
            <ac:spMk id="3" creationId="{82298A67-C60A-CC93-15D0-E2990ADEE5EA}"/>
          </ac:spMkLst>
        </pc:spChg>
        <pc:spChg chg="del">
          <ac:chgData name="Nguyen Thanh Uyen" userId="97a8ef35-95e7-46b1-8490-f00ef7a82a6a" providerId="ADAL" clId="{D7F7D2CD-7A1F-B54B-B2BD-4C0FBD8403D0}" dt="2025-06-18T14:24:28.452" v="2624" actId="478"/>
          <ac:spMkLst>
            <pc:docMk/>
            <pc:sldMk cId="4076800060" sldId="4478"/>
            <ac:spMk id="4" creationId="{2E867D97-E2D0-63A3-FF48-E67A2EEB1B2A}"/>
          </ac:spMkLst>
        </pc:spChg>
        <pc:spChg chg="del mod">
          <ac:chgData name="Nguyen Thanh Uyen" userId="97a8ef35-95e7-46b1-8490-f00ef7a82a6a" providerId="ADAL" clId="{D7F7D2CD-7A1F-B54B-B2BD-4C0FBD8403D0}" dt="2025-06-18T14:24:25.473" v="2622" actId="478"/>
          <ac:spMkLst>
            <pc:docMk/>
            <pc:sldMk cId="4076800060" sldId="4478"/>
            <ac:spMk id="8" creationId="{F12566B1-FAF6-21C2-BCA4-01D75F88BC64}"/>
          </ac:spMkLst>
        </pc:spChg>
        <pc:spChg chg="add mod">
          <ac:chgData name="Nguyen Thanh Uyen" userId="97a8ef35-95e7-46b1-8490-f00ef7a82a6a" providerId="ADAL" clId="{D7F7D2CD-7A1F-B54B-B2BD-4C0FBD8403D0}" dt="2025-06-18T14:40:14.834" v="2719" actId="1076"/>
          <ac:spMkLst>
            <pc:docMk/>
            <pc:sldMk cId="4076800060" sldId="4478"/>
            <ac:spMk id="10" creationId="{D2D6F982-2E06-24F5-DA1C-5050273487AB}"/>
          </ac:spMkLst>
        </pc:spChg>
        <pc:spChg chg="add mod">
          <ac:chgData name="Nguyen Thanh Uyen" userId="97a8ef35-95e7-46b1-8490-f00ef7a82a6a" providerId="ADAL" clId="{D7F7D2CD-7A1F-B54B-B2BD-4C0FBD8403D0}" dt="2025-06-18T14:40:49.035" v="2725" actId="1076"/>
          <ac:spMkLst>
            <pc:docMk/>
            <pc:sldMk cId="4076800060" sldId="4478"/>
            <ac:spMk id="11" creationId="{AA0094CC-4729-7EBF-F951-30A207D35070}"/>
          </ac:spMkLst>
        </pc:spChg>
        <pc:spChg chg="add mod">
          <ac:chgData name="Nguyen Thanh Uyen" userId="97a8ef35-95e7-46b1-8490-f00ef7a82a6a" providerId="ADAL" clId="{D7F7D2CD-7A1F-B54B-B2BD-4C0FBD8403D0}" dt="2025-06-18T14:43:46.306" v="2857" actId="1076"/>
          <ac:spMkLst>
            <pc:docMk/>
            <pc:sldMk cId="4076800060" sldId="4478"/>
            <ac:spMk id="15" creationId="{57DED3B0-AB1F-A8E7-20A7-D0446ADF6232}"/>
          </ac:spMkLst>
        </pc:spChg>
        <pc:picChg chg="del">
          <ac:chgData name="Nguyen Thanh Uyen" userId="97a8ef35-95e7-46b1-8490-f00ef7a82a6a" providerId="ADAL" clId="{D7F7D2CD-7A1F-B54B-B2BD-4C0FBD8403D0}" dt="2025-06-18T14:24:18.205" v="2619" actId="478"/>
          <ac:picMkLst>
            <pc:docMk/>
            <pc:sldMk cId="4076800060" sldId="4478"/>
            <ac:picMk id="2" creationId="{1D00989A-A6F5-C700-DD00-6D60A3FAFD49}"/>
          </ac:picMkLst>
        </pc:picChg>
        <pc:picChg chg="add mod">
          <ac:chgData name="Nguyen Thanh Uyen" userId="97a8ef35-95e7-46b1-8490-f00ef7a82a6a" providerId="ADAL" clId="{D7F7D2CD-7A1F-B54B-B2BD-4C0FBD8403D0}" dt="2025-06-18T14:24:38.287" v="2628" actId="14100"/>
          <ac:picMkLst>
            <pc:docMk/>
            <pc:sldMk cId="4076800060" sldId="4478"/>
            <ac:picMk id="9" creationId="{91FD7EEC-D115-D66B-C96F-D2DBB64649AA}"/>
          </ac:picMkLst>
        </pc:picChg>
        <pc:picChg chg="add del mod">
          <ac:chgData name="Nguyen Thanh Uyen" userId="97a8ef35-95e7-46b1-8490-f00ef7a82a6a" providerId="ADAL" clId="{D7F7D2CD-7A1F-B54B-B2BD-4C0FBD8403D0}" dt="2025-06-18T14:44:44.878" v="2863" actId="478"/>
          <ac:picMkLst>
            <pc:docMk/>
            <pc:sldMk cId="4076800060" sldId="4478"/>
            <ac:picMk id="22" creationId="{DAC56AFB-09EB-36D7-50EE-C8C08725CAF4}"/>
          </ac:picMkLst>
        </pc:picChg>
        <pc:cxnChg chg="del">
          <ac:chgData name="Nguyen Thanh Uyen" userId="97a8ef35-95e7-46b1-8490-f00ef7a82a6a" providerId="ADAL" clId="{D7F7D2CD-7A1F-B54B-B2BD-4C0FBD8403D0}" dt="2025-06-18T14:24:30.449" v="2625" actId="478"/>
          <ac:cxnSpMkLst>
            <pc:docMk/>
            <pc:sldMk cId="4076800060" sldId="4478"/>
            <ac:cxnSpMk id="5" creationId="{C5172DB1-B1AE-F31E-D197-279C556FEFD8}"/>
          </ac:cxnSpMkLst>
        </pc:cxnChg>
        <pc:cxnChg chg="del">
          <ac:chgData name="Nguyen Thanh Uyen" userId="97a8ef35-95e7-46b1-8490-f00ef7a82a6a" providerId="ADAL" clId="{D7F7D2CD-7A1F-B54B-B2BD-4C0FBD8403D0}" dt="2025-06-18T14:24:26.900" v="2623" actId="478"/>
          <ac:cxnSpMkLst>
            <pc:docMk/>
            <pc:sldMk cId="4076800060" sldId="4478"/>
            <ac:cxnSpMk id="6" creationId="{39024543-28CF-8E86-7E32-EB466480D5EA}"/>
          </ac:cxnSpMkLst>
        </pc:cxnChg>
        <pc:cxnChg chg="add mod">
          <ac:chgData name="Nguyen Thanh Uyen" userId="97a8ef35-95e7-46b1-8490-f00ef7a82a6a" providerId="ADAL" clId="{D7F7D2CD-7A1F-B54B-B2BD-4C0FBD8403D0}" dt="2025-06-18T14:40:45.965" v="2724" actId="1076"/>
          <ac:cxnSpMkLst>
            <pc:docMk/>
            <pc:sldMk cId="4076800060" sldId="4478"/>
            <ac:cxnSpMk id="12" creationId="{26F23363-2522-15A5-4E47-6E97B5AF7FD0}"/>
          </ac:cxnSpMkLst>
        </pc:cxnChg>
        <pc:cxnChg chg="add mod">
          <ac:chgData name="Nguyen Thanh Uyen" userId="97a8ef35-95e7-46b1-8490-f00ef7a82a6a" providerId="ADAL" clId="{D7F7D2CD-7A1F-B54B-B2BD-4C0FBD8403D0}" dt="2025-06-18T14:43:55.861" v="2859" actId="1076"/>
          <ac:cxnSpMkLst>
            <pc:docMk/>
            <pc:sldMk cId="4076800060" sldId="4478"/>
            <ac:cxnSpMk id="16" creationId="{057D14B4-BE99-FAC6-1DC2-6A74C5BB27F0}"/>
          </ac:cxnSpMkLst>
        </pc:cxnChg>
      </pc:sldChg>
      <pc:sldChg chg="addSp delSp modSp new mod">
        <pc:chgData name="Nguyen Thanh Uyen" userId="97a8ef35-95e7-46b1-8490-f00ef7a82a6a" providerId="ADAL" clId="{D7F7D2CD-7A1F-B54B-B2BD-4C0FBD8403D0}" dt="2025-06-18T16:22:09.966" v="3550" actId="1076"/>
        <pc:sldMkLst>
          <pc:docMk/>
          <pc:sldMk cId="3840528266" sldId="4479"/>
        </pc:sldMkLst>
        <pc:spChg chg="add del mod">
          <ac:chgData name="Nguyen Thanh Uyen" userId="97a8ef35-95e7-46b1-8490-f00ef7a82a6a" providerId="ADAL" clId="{D7F7D2CD-7A1F-B54B-B2BD-4C0FBD8403D0}" dt="2025-06-18T16:18:04.494" v="3444"/>
          <ac:spMkLst>
            <pc:docMk/>
            <pc:sldMk cId="3840528266" sldId="4479"/>
            <ac:spMk id="4" creationId="{27388322-BA50-0714-6B59-C8E8B0A54C95}"/>
          </ac:spMkLst>
        </pc:spChg>
        <pc:spChg chg="add del mod">
          <ac:chgData name="Nguyen Thanh Uyen" userId="97a8ef35-95e7-46b1-8490-f00ef7a82a6a" providerId="ADAL" clId="{D7F7D2CD-7A1F-B54B-B2BD-4C0FBD8403D0}" dt="2025-06-18T16:18:02.368" v="3442" actId="478"/>
          <ac:spMkLst>
            <pc:docMk/>
            <pc:sldMk cId="3840528266" sldId="4479"/>
            <ac:spMk id="5" creationId="{92A0E258-00FA-79B4-837E-18FA15170415}"/>
          </ac:spMkLst>
        </pc:spChg>
        <pc:spChg chg="add del mod">
          <ac:chgData name="Nguyen Thanh Uyen" userId="97a8ef35-95e7-46b1-8490-f00ef7a82a6a" providerId="ADAL" clId="{D7F7D2CD-7A1F-B54B-B2BD-4C0FBD8403D0}" dt="2025-06-18T16:20:54.736" v="3509"/>
          <ac:spMkLst>
            <pc:docMk/>
            <pc:sldMk cId="3840528266" sldId="4479"/>
            <ac:spMk id="7" creationId="{0581227D-E0CA-0BDE-8E5F-1068B4B52ADA}"/>
          </ac:spMkLst>
        </pc:spChg>
        <pc:spChg chg="add mod">
          <ac:chgData name="Nguyen Thanh Uyen" userId="97a8ef35-95e7-46b1-8490-f00ef7a82a6a" providerId="ADAL" clId="{D7F7D2CD-7A1F-B54B-B2BD-4C0FBD8403D0}" dt="2025-06-18T16:20:38.469" v="3507" actId="1076"/>
          <ac:spMkLst>
            <pc:docMk/>
            <pc:sldMk cId="3840528266" sldId="4479"/>
            <ac:spMk id="8" creationId="{A82FCE90-732E-5442-EAC3-523A7345091F}"/>
          </ac:spMkLst>
        </pc:spChg>
        <pc:spChg chg="add mod">
          <ac:chgData name="Nguyen Thanh Uyen" userId="97a8ef35-95e7-46b1-8490-f00ef7a82a6a" providerId="ADAL" clId="{D7F7D2CD-7A1F-B54B-B2BD-4C0FBD8403D0}" dt="2025-06-18T16:22:09.966" v="3550" actId="1076"/>
          <ac:spMkLst>
            <pc:docMk/>
            <pc:sldMk cId="3840528266" sldId="4479"/>
            <ac:spMk id="11" creationId="{D872A053-8D5F-5018-8997-C8228F8A4F51}"/>
          </ac:spMkLst>
        </pc:spChg>
        <pc:picChg chg="add mod">
          <ac:chgData name="Nguyen Thanh Uyen" userId="97a8ef35-95e7-46b1-8490-f00ef7a82a6a" providerId="ADAL" clId="{D7F7D2CD-7A1F-B54B-B2BD-4C0FBD8403D0}" dt="2025-06-18T16:14:56.545" v="3429" actId="14100"/>
          <ac:picMkLst>
            <pc:docMk/>
            <pc:sldMk cId="3840528266" sldId="4479"/>
            <ac:picMk id="2" creationId="{74093DCA-50FB-C6A0-C5A2-CCB1A2ECF59F}"/>
          </ac:picMkLst>
        </pc:picChg>
        <pc:cxnChg chg="add mod">
          <ac:chgData name="Nguyen Thanh Uyen" userId="97a8ef35-95e7-46b1-8490-f00ef7a82a6a" providerId="ADAL" clId="{D7F7D2CD-7A1F-B54B-B2BD-4C0FBD8403D0}" dt="2025-06-18T16:21:07.131" v="3512" actId="14100"/>
          <ac:cxnSpMkLst>
            <pc:docMk/>
            <pc:sldMk cId="3840528266" sldId="4479"/>
            <ac:cxnSpMk id="9" creationId="{8783C170-BCDD-BA31-3787-B12198121B9E}"/>
          </ac:cxnSpMkLst>
        </pc:cxnChg>
      </pc:sldChg>
      <pc:sldChg chg="addSp delSp modSp new mod">
        <pc:chgData name="Nguyen Thanh Uyen" userId="97a8ef35-95e7-46b1-8490-f00ef7a82a6a" providerId="ADAL" clId="{D7F7D2CD-7A1F-B54B-B2BD-4C0FBD8403D0}" dt="2025-06-19T05:57:26.430" v="3731" actId="14100"/>
        <pc:sldMkLst>
          <pc:docMk/>
          <pc:sldMk cId="4257407752" sldId="4480"/>
        </pc:sldMkLst>
        <pc:spChg chg="add del">
          <ac:chgData name="Nguyen Thanh Uyen" userId="97a8ef35-95e7-46b1-8490-f00ef7a82a6a" providerId="ADAL" clId="{D7F7D2CD-7A1F-B54B-B2BD-4C0FBD8403D0}" dt="2025-06-18T16:23:06.910" v="3553" actId="22"/>
          <ac:spMkLst>
            <pc:docMk/>
            <pc:sldMk cId="4257407752" sldId="4480"/>
            <ac:spMk id="3" creationId="{B5009CC6-7DF8-A87A-EEE9-5157C2B9FB6C}"/>
          </ac:spMkLst>
        </pc:spChg>
        <pc:spChg chg="add mod">
          <ac:chgData name="Nguyen Thanh Uyen" userId="97a8ef35-95e7-46b1-8490-f00ef7a82a6a" providerId="ADAL" clId="{D7F7D2CD-7A1F-B54B-B2BD-4C0FBD8403D0}" dt="2025-06-19T05:56:45.535" v="3722" actId="20577"/>
          <ac:spMkLst>
            <pc:docMk/>
            <pc:sldMk cId="4257407752" sldId="4480"/>
            <ac:spMk id="6" creationId="{9B14D61D-879A-5551-EFFC-5E7A99408B97}"/>
          </ac:spMkLst>
        </pc:spChg>
        <pc:spChg chg="add mod">
          <ac:chgData name="Nguyen Thanh Uyen" userId="97a8ef35-95e7-46b1-8490-f00ef7a82a6a" providerId="ADAL" clId="{D7F7D2CD-7A1F-B54B-B2BD-4C0FBD8403D0}" dt="2025-06-19T05:57:22.059" v="3730" actId="1076"/>
          <ac:spMkLst>
            <pc:docMk/>
            <pc:sldMk cId="4257407752" sldId="4480"/>
            <ac:spMk id="11" creationId="{2581EAF5-21B5-4762-A9AE-C7B9D6FC5436}"/>
          </ac:spMkLst>
        </pc:spChg>
        <pc:picChg chg="add mod">
          <ac:chgData name="Nguyen Thanh Uyen" userId="97a8ef35-95e7-46b1-8490-f00ef7a82a6a" providerId="ADAL" clId="{D7F7D2CD-7A1F-B54B-B2BD-4C0FBD8403D0}" dt="2025-06-18T16:24:52.547" v="3559" actId="14100"/>
          <ac:picMkLst>
            <pc:docMk/>
            <pc:sldMk cId="4257407752" sldId="4480"/>
            <ac:picMk id="5" creationId="{B83CC4AA-AC6B-D4A0-38B3-39149E664314}"/>
          </ac:picMkLst>
        </pc:picChg>
        <pc:cxnChg chg="add mod">
          <ac:chgData name="Nguyen Thanh Uyen" userId="97a8ef35-95e7-46b1-8490-f00ef7a82a6a" providerId="ADAL" clId="{D7F7D2CD-7A1F-B54B-B2BD-4C0FBD8403D0}" dt="2025-06-19T05:53:14.523" v="3594" actId="14100"/>
          <ac:cxnSpMkLst>
            <pc:docMk/>
            <pc:sldMk cId="4257407752" sldId="4480"/>
            <ac:cxnSpMk id="7" creationId="{A01AA869-3ED2-18BC-53AC-5A80DEA39C7D}"/>
          </ac:cxnSpMkLst>
        </pc:cxnChg>
        <pc:cxnChg chg="add mod">
          <ac:chgData name="Nguyen Thanh Uyen" userId="97a8ef35-95e7-46b1-8490-f00ef7a82a6a" providerId="ADAL" clId="{D7F7D2CD-7A1F-B54B-B2BD-4C0FBD8403D0}" dt="2025-06-19T05:57:26.430" v="3731" actId="14100"/>
          <ac:cxnSpMkLst>
            <pc:docMk/>
            <pc:sldMk cId="4257407752" sldId="4480"/>
            <ac:cxnSpMk id="12" creationId="{459A0EA3-A80D-F53D-7736-7C99C9B007BC}"/>
          </ac:cxnSpMkLst>
        </pc:cxnChg>
      </pc:sldChg>
      <pc:sldChg chg="addSp delSp modSp new mod">
        <pc:chgData name="Nguyen Thanh Uyen" userId="97a8ef35-95e7-46b1-8490-f00ef7a82a6a" providerId="ADAL" clId="{D7F7D2CD-7A1F-B54B-B2BD-4C0FBD8403D0}" dt="2025-06-19T06:15:43.407" v="3855" actId="478"/>
        <pc:sldMkLst>
          <pc:docMk/>
          <pc:sldMk cId="1804531161" sldId="4481"/>
        </pc:sldMkLst>
        <pc:spChg chg="add mod">
          <ac:chgData name="Nguyen Thanh Uyen" userId="97a8ef35-95e7-46b1-8490-f00ef7a82a6a" providerId="ADAL" clId="{D7F7D2CD-7A1F-B54B-B2BD-4C0FBD8403D0}" dt="2025-06-19T06:05:35.462" v="3753" actId="20577"/>
          <ac:spMkLst>
            <pc:docMk/>
            <pc:sldMk cId="1804531161" sldId="4481"/>
            <ac:spMk id="4" creationId="{73166FE1-710C-CF4C-24C2-A8B199FB557D}"/>
          </ac:spMkLst>
        </pc:spChg>
        <pc:spChg chg="add del mod">
          <ac:chgData name="Nguyen Thanh Uyen" userId="97a8ef35-95e7-46b1-8490-f00ef7a82a6a" providerId="ADAL" clId="{D7F7D2CD-7A1F-B54B-B2BD-4C0FBD8403D0}" dt="2025-06-19T06:15:43.407" v="3855" actId="478"/>
          <ac:spMkLst>
            <pc:docMk/>
            <pc:sldMk cId="1804531161" sldId="4481"/>
            <ac:spMk id="5" creationId="{59FF5D61-F106-FBE1-23C7-7C4F2680CB44}"/>
          </ac:spMkLst>
        </pc:spChg>
        <pc:picChg chg="add mod">
          <ac:chgData name="Nguyen Thanh Uyen" userId="97a8ef35-95e7-46b1-8490-f00ef7a82a6a" providerId="ADAL" clId="{D7F7D2CD-7A1F-B54B-B2BD-4C0FBD8403D0}" dt="2025-06-19T05:54:52.333" v="3604" actId="14100"/>
          <ac:picMkLst>
            <pc:docMk/>
            <pc:sldMk cId="1804531161" sldId="4481"/>
            <ac:picMk id="3" creationId="{D27D148D-BA13-1EB6-A5CC-E6FB7FABD570}"/>
          </ac:picMkLst>
        </pc:picChg>
        <pc:picChg chg="add del mod">
          <ac:chgData name="Nguyen Thanh Uyen" userId="97a8ef35-95e7-46b1-8490-f00ef7a82a6a" providerId="ADAL" clId="{D7F7D2CD-7A1F-B54B-B2BD-4C0FBD8403D0}" dt="2025-06-19T06:08:22.031" v="3763" actId="478"/>
          <ac:picMkLst>
            <pc:docMk/>
            <pc:sldMk cId="1804531161" sldId="4481"/>
            <ac:picMk id="13" creationId="{753DE4E7-AEDA-FF83-848C-5C70FD04E768}"/>
          </ac:picMkLst>
        </pc:picChg>
        <pc:cxnChg chg="add mod">
          <ac:chgData name="Nguyen Thanh Uyen" userId="97a8ef35-95e7-46b1-8490-f00ef7a82a6a" providerId="ADAL" clId="{D7F7D2CD-7A1F-B54B-B2BD-4C0FBD8403D0}" dt="2025-06-19T06:05:53.252" v="3755" actId="14100"/>
          <ac:cxnSpMkLst>
            <pc:docMk/>
            <pc:sldMk cId="1804531161" sldId="4481"/>
            <ac:cxnSpMk id="6" creationId="{21AD6E22-08D5-FAAB-7464-8FC15E5BE3F0}"/>
          </ac:cxnSpMkLst>
        </pc:cxnChg>
        <pc:cxnChg chg="add mod">
          <ac:chgData name="Nguyen Thanh Uyen" userId="97a8ef35-95e7-46b1-8490-f00ef7a82a6a" providerId="ADAL" clId="{D7F7D2CD-7A1F-B54B-B2BD-4C0FBD8403D0}" dt="2025-06-19T06:06:02.513" v="3758" actId="14100"/>
          <ac:cxnSpMkLst>
            <pc:docMk/>
            <pc:sldMk cId="1804531161" sldId="4481"/>
            <ac:cxnSpMk id="9" creationId="{027FE829-9E7E-D2A8-4714-4CF24B2279F9}"/>
          </ac:cxnSpMkLst>
        </pc:cxnChg>
      </pc:sldChg>
      <pc:sldChg chg="addSp delSp modSp new mod">
        <pc:chgData name="Nguyen Thanh Uyen" userId="97a8ef35-95e7-46b1-8490-f00ef7a82a6a" providerId="ADAL" clId="{D7F7D2CD-7A1F-B54B-B2BD-4C0FBD8403D0}" dt="2025-06-19T06:13:19.420" v="3831" actId="14100"/>
        <pc:sldMkLst>
          <pc:docMk/>
          <pc:sldMk cId="2433176575" sldId="4482"/>
        </pc:sldMkLst>
        <pc:spChg chg="add mod">
          <ac:chgData name="Nguyen Thanh Uyen" userId="97a8ef35-95e7-46b1-8490-f00ef7a82a6a" providerId="ADAL" clId="{D7F7D2CD-7A1F-B54B-B2BD-4C0FBD8403D0}" dt="2025-06-19T06:10:21.669" v="3776" actId="1076"/>
          <ac:spMkLst>
            <pc:docMk/>
            <pc:sldMk cId="2433176575" sldId="4482"/>
            <ac:spMk id="3" creationId="{B9017F3A-C243-1F98-FAB9-4F566511D944}"/>
          </ac:spMkLst>
        </pc:spChg>
        <pc:spChg chg="add mod">
          <ac:chgData name="Nguyen Thanh Uyen" userId="97a8ef35-95e7-46b1-8490-f00ef7a82a6a" providerId="ADAL" clId="{D7F7D2CD-7A1F-B54B-B2BD-4C0FBD8403D0}" dt="2025-06-19T06:13:00.885" v="3826" actId="14100"/>
          <ac:spMkLst>
            <pc:docMk/>
            <pc:sldMk cId="2433176575" sldId="4482"/>
            <ac:spMk id="10" creationId="{96D4D480-CB5F-ABB4-927B-859BD96DE9AC}"/>
          </ac:spMkLst>
        </pc:spChg>
        <pc:picChg chg="add mod">
          <ac:chgData name="Nguyen Thanh Uyen" userId="97a8ef35-95e7-46b1-8490-f00ef7a82a6a" providerId="ADAL" clId="{D7F7D2CD-7A1F-B54B-B2BD-4C0FBD8403D0}" dt="2025-06-19T06:08:36.285" v="3768" actId="14100"/>
          <ac:picMkLst>
            <pc:docMk/>
            <pc:sldMk cId="2433176575" sldId="4482"/>
            <ac:picMk id="2" creationId="{80D1BE00-693A-0341-DA7F-2C4B5D8FDE97}"/>
          </ac:picMkLst>
        </pc:picChg>
        <pc:cxnChg chg="add del mod">
          <ac:chgData name="Nguyen Thanh Uyen" userId="97a8ef35-95e7-46b1-8490-f00ef7a82a6a" providerId="ADAL" clId="{D7F7D2CD-7A1F-B54B-B2BD-4C0FBD8403D0}" dt="2025-06-19T06:13:14.994" v="3830" actId="478"/>
          <ac:cxnSpMkLst>
            <pc:docMk/>
            <pc:sldMk cId="2433176575" sldId="4482"/>
            <ac:cxnSpMk id="4" creationId="{FBA993FA-3302-8B2B-2863-76291D7A3222}"/>
          </ac:cxnSpMkLst>
        </pc:cxnChg>
        <pc:cxnChg chg="add mod">
          <ac:chgData name="Nguyen Thanh Uyen" userId="97a8ef35-95e7-46b1-8490-f00ef7a82a6a" providerId="ADAL" clId="{D7F7D2CD-7A1F-B54B-B2BD-4C0FBD8403D0}" dt="2025-06-19T06:10:46.664" v="3782" actId="14100"/>
          <ac:cxnSpMkLst>
            <pc:docMk/>
            <pc:sldMk cId="2433176575" sldId="4482"/>
            <ac:cxnSpMk id="7" creationId="{CAB393F5-1291-4B9D-2D6D-768C4DD54857}"/>
          </ac:cxnSpMkLst>
        </pc:cxnChg>
        <pc:cxnChg chg="add mod">
          <ac:chgData name="Nguyen Thanh Uyen" userId="97a8ef35-95e7-46b1-8490-f00ef7a82a6a" providerId="ADAL" clId="{D7F7D2CD-7A1F-B54B-B2BD-4C0FBD8403D0}" dt="2025-06-19T06:13:19.420" v="3831" actId="14100"/>
          <ac:cxnSpMkLst>
            <pc:docMk/>
            <pc:sldMk cId="2433176575" sldId="4482"/>
            <ac:cxnSpMk id="11" creationId="{548BC64A-239C-813A-C28A-3B8011153794}"/>
          </ac:cxnSpMkLst>
        </pc:cxnChg>
      </pc:sldChg>
      <pc:sldChg chg="addSp delSp modSp new mod">
        <pc:chgData name="Nguyen Thanh Uyen" userId="97a8ef35-95e7-46b1-8490-f00ef7a82a6a" providerId="ADAL" clId="{D7F7D2CD-7A1F-B54B-B2BD-4C0FBD8403D0}" dt="2025-06-19T06:13:47.896" v="3839" actId="14100"/>
        <pc:sldMkLst>
          <pc:docMk/>
          <pc:sldMk cId="4294571235" sldId="4483"/>
        </pc:sldMkLst>
        <pc:spChg chg="add del">
          <ac:chgData name="Nguyen Thanh Uyen" userId="97a8ef35-95e7-46b1-8490-f00ef7a82a6a" providerId="ADAL" clId="{D7F7D2CD-7A1F-B54B-B2BD-4C0FBD8403D0}" dt="2025-06-19T06:12:09.199" v="3793" actId="22"/>
          <ac:spMkLst>
            <pc:docMk/>
            <pc:sldMk cId="4294571235" sldId="4483"/>
            <ac:spMk id="4" creationId="{17554BA1-5325-114C-DCEE-447378397303}"/>
          </ac:spMkLst>
        </pc:spChg>
        <pc:spChg chg="add mod">
          <ac:chgData name="Nguyen Thanh Uyen" userId="97a8ef35-95e7-46b1-8490-f00ef7a82a6a" providerId="ADAL" clId="{D7F7D2CD-7A1F-B54B-B2BD-4C0FBD8403D0}" dt="2025-06-19T06:13:38.414" v="3837" actId="1076"/>
          <ac:spMkLst>
            <pc:docMk/>
            <pc:sldMk cId="4294571235" sldId="4483"/>
            <ac:spMk id="5" creationId="{658001D5-E34E-6AC2-5652-3A8C0022C3BE}"/>
          </ac:spMkLst>
        </pc:spChg>
        <pc:picChg chg="add mod">
          <ac:chgData name="Nguyen Thanh Uyen" userId="97a8ef35-95e7-46b1-8490-f00ef7a82a6a" providerId="ADAL" clId="{D7F7D2CD-7A1F-B54B-B2BD-4C0FBD8403D0}" dt="2025-06-19T06:11:45.616" v="3791" actId="14100"/>
          <ac:picMkLst>
            <pc:docMk/>
            <pc:sldMk cId="4294571235" sldId="4483"/>
            <ac:picMk id="2" creationId="{93FAB680-0B3D-9463-06F7-9DD61929765E}"/>
          </ac:picMkLst>
        </pc:picChg>
        <pc:cxnChg chg="add mod">
          <ac:chgData name="Nguyen Thanh Uyen" userId="97a8ef35-95e7-46b1-8490-f00ef7a82a6a" providerId="ADAL" clId="{D7F7D2CD-7A1F-B54B-B2BD-4C0FBD8403D0}" dt="2025-06-19T06:13:47.896" v="3839" actId="14100"/>
          <ac:cxnSpMkLst>
            <pc:docMk/>
            <pc:sldMk cId="4294571235" sldId="4483"/>
            <ac:cxnSpMk id="6" creationId="{FA170A1F-A541-A86D-9E90-077C691C4361}"/>
          </ac:cxnSpMkLst>
        </pc:cxnChg>
      </pc:sldChg>
      <pc:sldChg chg="addSp delSp modSp new mod ord">
        <pc:chgData name="Nguyen Thanh Uyen" userId="97a8ef35-95e7-46b1-8490-f00ef7a82a6a" providerId="ADAL" clId="{D7F7D2CD-7A1F-B54B-B2BD-4C0FBD8403D0}" dt="2025-06-19T06:24:23.844" v="3884" actId="478"/>
        <pc:sldMkLst>
          <pc:docMk/>
          <pc:sldMk cId="3399247442" sldId="4484"/>
        </pc:sldMkLst>
        <pc:spChg chg="add mod">
          <ac:chgData name="Nguyen Thanh Uyen" userId="97a8ef35-95e7-46b1-8490-f00ef7a82a6a" providerId="ADAL" clId="{D7F7D2CD-7A1F-B54B-B2BD-4C0FBD8403D0}" dt="2025-06-19T06:16:28.878" v="3861" actId="1076"/>
          <ac:spMkLst>
            <pc:docMk/>
            <pc:sldMk cId="3399247442" sldId="4484"/>
            <ac:spMk id="6" creationId="{AC0DB053-1A4C-28D2-CB9B-968151160B14}"/>
          </ac:spMkLst>
        </pc:spChg>
        <pc:picChg chg="add del mod">
          <ac:chgData name="Nguyen Thanh Uyen" userId="97a8ef35-95e7-46b1-8490-f00ef7a82a6a" providerId="ADAL" clId="{D7F7D2CD-7A1F-B54B-B2BD-4C0FBD8403D0}" dt="2025-06-19T06:15:28.527" v="3851" actId="478"/>
          <ac:picMkLst>
            <pc:docMk/>
            <pc:sldMk cId="3399247442" sldId="4484"/>
            <ac:picMk id="3" creationId="{D7B336B4-A932-E653-F44E-B78AB8C4DEE5}"/>
          </ac:picMkLst>
        </pc:picChg>
        <pc:picChg chg="add mod">
          <ac:chgData name="Nguyen Thanh Uyen" userId="97a8ef35-95e7-46b1-8490-f00ef7a82a6a" providerId="ADAL" clId="{D7F7D2CD-7A1F-B54B-B2BD-4C0FBD8403D0}" dt="2025-06-19T06:15:37.633" v="3854" actId="14100"/>
          <ac:picMkLst>
            <pc:docMk/>
            <pc:sldMk cId="3399247442" sldId="4484"/>
            <ac:picMk id="5" creationId="{D74A0E4A-5175-7749-52D9-189F1334DF64}"/>
          </ac:picMkLst>
        </pc:picChg>
        <pc:cxnChg chg="add mod">
          <ac:chgData name="Nguyen Thanh Uyen" userId="97a8ef35-95e7-46b1-8490-f00ef7a82a6a" providerId="ADAL" clId="{D7F7D2CD-7A1F-B54B-B2BD-4C0FBD8403D0}" dt="2025-06-19T06:17:08.053" v="3869" actId="14100"/>
          <ac:cxnSpMkLst>
            <pc:docMk/>
            <pc:sldMk cId="3399247442" sldId="4484"/>
            <ac:cxnSpMk id="7" creationId="{4B4949E3-893D-ADDB-1D57-AD91C1C88429}"/>
          </ac:cxnSpMkLst>
        </pc:cxnChg>
        <pc:cxnChg chg="add mod">
          <ac:chgData name="Nguyen Thanh Uyen" userId="97a8ef35-95e7-46b1-8490-f00ef7a82a6a" providerId="ADAL" clId="{D7F7D2CD-7A1F-B54B-B2BD-4C0FBD8403D0}" dt="2025-06-19T06:17:03.092" v="3868" actId="14100"/>
          <ac:cxnSpMkLst>
            <pc:docMk/>
            <pc:sldMk cId="3399247442" sldId="4484"/>
            <ac:cxnSpMk id="9" creationId="{68C3FD08-4001-97DD-6907-51699E219C16}"/>
          </ac:cxnSpMkLst>
        </pc:cxnChg>
        <pc:cxnChg chg="add del mod">
          <ac:chgData name="Nguyen Thanh Uyen" userId="97a8ef35-95e7-46b1-8490-f00ef7a82a6a" providerId="ADAL" clId="{D7F7D2CD-7A1F-B54B-B2BD-4C0FBD8403D0}" dt="2025-06-19T06:24:23.844" v="3884" actId="478"/>
          <ac:cxnSpMkLst>
            <pc:docMk/>
            <pc:sldMk cId="3399247442" sldId="4484"/>
            <ac:cxnSpMk id="14" creationId="{8A9AC68D-1772-F9C6-8244-2B8EBAC63E57}"/>
          </ac:cxnSpMkLst>
        </pc:cxnChg>
      </pc:sldChg>
      <pc:sldChg chg="addSp delSp modSp new mod">
        <pc:chgData name="Nguyen Thanh Uyen" userId="97a8ef35-95e7-46b1-8490-f00ef7a82a6a" providerId="ADAL" clId="{D7F7D2CD-7A1F-B54B-B2BD-4C0FBD8403D0}" dt="2025-06-19T06:41:08.052" v="4004" actId="9405"/>
        <pc:sldMkLst>
          <pc:docMk/>
          <pc:sldMk cId="312675514" sldId="4485"/>
        </pc:sldMkLst>
        <pc:spChg chg="add mod">
          <ac:chgData name="Nguyen Thanh Uyen" userId="97a8ef35-95e7-46b1-8490-f00ef7a82a6a" providerId="ADAL" clId="{D7F7D2CD-7A1F-B54B-B2BD-4C0FBD8403D0}" dt="2025-06-19T06:25:19.887" v="3951" actId="1076"/>
          <ac:spMkLst>
            <pc:docMk/>
            <pc:sldMk cId="312675514" sldId="4485"/>
            <ac:spMk id="7" creationId="{BCC7EC4D-1E36-75D4-D29D-CE6F60FEEE41}"/>
          </ac:spMkLst>
        </pc:spChg>
        <pc:spChg chg="add del">
          <ac:chgData name="Nguyen Thanh Uyen" userId="97a8ef35-95e7-46b1-8490-f00ef7a82a6a" providerId="ADAL" clId="{D7F7D2CD-7A1F-B54B-B2BD-4C0FBD8403D0}" dt="2025-06-19T06:39:34.937" v="3988" actId="22"/>
          <ac:spMkLst>
            <pc:docMk/>
            <pc:sldMk cId="312675514" sldId="4485"/>
            <ac:spMk id="9" creationId="{F50F141A-930F-5055-4D5A-502FFD32D22E}"/>
          </ac:spMkLst>
        </pc:spChg>
        <pc:spChg chg="add mod">
          <ac:chgData name="Nguyen Thanh Uyen" userId="97a8ef35-95e7-46b1-8490-f00ef7a82a6a" providerId="ADAL" clId="{D7F7D2CD-7A1F-B54B-B2BD-4C0FBD8403D0}" dt="2025-06-19T06:39:57.716" v="3990" actId="1076"/>
          <ac:spMkLst>
            <pc:docMk/>
            <pc:sldMk cId="312675514" sldId="4485"/>
            <ac:spMk id="10" creationId="{3CD6FE00-6A85-86D2-2142-B9C05E17822B}"/>
          </ac:spMkLst>
        </pc:spChg>
        <pc:picChg chg="add mod">
          <ac:chgData name="Nguyen Thanh Uyen" userId="97a8ef35-95e7-46b1-8490-f00ef7a82a6a" providerId="ADAL" clId="{D7F7D2CD-7A1F-B54B-B2BD-4C0FBD8403D0}" dt="2025-06-19T06:23:38.007" v="3882" actId="14100"/>
          <ac:picMkLst>
            <pc:docMk/>
            <pc:sldMk cId="312675514" sldId="4485"/>
            <ac:picMk id="3" creationId="{02FDF275-313E-89B6-31B2-81BF9EB4CE21}"/>
          </ac:picMkLst>
        </pc:picChg>
        <pc:inkChg chg="add del">
          <ac:chgData name="Nguyen Thanh Uyen" userId="97a8ef35-95e7-46b1-8490-f00ef7a82a6a" providerId="ADAL" clId="{D7F7D2CD-7A1F-B54B-B2BD-4C0FBD8403D0}" dt="2025-06-19T06:40:21.889" v="3992" actId="9405"/>
          <ac:inkMkLst>
            <pc:docMk/>
            <pc:sldMk cId="312675514" sldId="4485"/>
            <ac:inkMk id="11" creationId="{EC43D96C-64FF-8900-B1E5-6CE559DE450D}"/>
          </ac:inkMkLst>
        </pc:inkChg>
        <pc:inkChg chg="add">
          <ac:chgData name="Nguyen Thanh Uyen" userId="97a8ef35-95e7-46b1-8490-f00ef7a82a6a" providerId="ADAL" clId="{D7F7D2CD-7A1F-B54B-B2BD-4C0FBD8403D0}" dt="2025-06-19T06:40:31.139" v="3993" actId="9405"/>
          <ac:inkMkLst>
            <pc:docMk/>
            <pc:sldMk cId="312675514" sldId="4485"/>
            <ac:inkMk id="12" creationId="{D11215DE-1ECA-586D-06E0-08C714AC0ADD}"/>
          </ac:inkMkLst>
        </pc:inkChg>
        <pc:inkChg chg="add del">
          <ac:chgData name="Nguyen Thanh Uyen" userId="97a8ef35-95e7-46b1-8490-f00ef7a82a6a" providerId="ADAL" clId="{D7F7D2CD-7A1F-B54B-B2BD-4C0FBD8403D0}" dt="2025-06-19T06:40:39.429" v="3995" actId="9405"/>
          <ac:inkMkLst>
            <pc:docMk/>
            <pc:sldMk cId="312675514" sldId="4485"/>
            <ac:inkMk id="13" creationId="{8BBF3B3C-A46C-BF8D-D50D-1767BB896DEC}"/>
          </ac:inkMkLst>
        </pc:inkChg>
        <pc:inkChg chg="add del">
          <ac:chgData name="Nguyen Thanh Uyen" userId="97a8ef35-95e7-46b1-8490-f00ef7a82a6a" providerId="ADAL" clId="{D7F7D2CD-7A1F-B54B-B2BD-4C0FBD8403D0}" dt="2025-06-19T06:40:43.183" v="3997" actId="9405"/>
          <ac:inkMkLst>
            <pc:docMk/>
            <pc:sldMk cId="312675514" sldId="4485"/>
            <ac:inkMk id="14" creationId="{C4ED982E-E4AC-A26E-ACA3-3FFF0D66390B}"/>
          </ac:inkMkLst>
        </pc:inkChg>
        <pc:inkChg chg="add del">
          <ac:chgData name="Nguyen Thanh Uyen" userId="97a8ef35-95e7-46b1-8490-f00ef7a82a6a" providerId="ADAL" clId="{D7F7D2CD-7A1F-B54B-B2BD-4C0FBD8403D0}" dt="2025-06-19T06:40:57.180" v="4001" actId="9405"/>
          <ac:inkMkLst>
            <pc:docMk/>
            <pc:sldMk cId="312675514" sldId="4485"/>
            <ac:inkMk id="15" creationId="{A19EAE29-26C0-7164-4D1C-9D443ED9B435}"/>
          </ac:inkMkLst>
        </pc:inkChg>
        <pc:inkChg chg="add del">
          <ac:chgData name="Nguyen Thanh Uyen" userId="97a8ef35-95e7-46b1-8490-f00ef7a82a6a" providerId="ADAL" clId="{D7F7D2CD-7A1F-B54B-B2BD-4C0FBD8403D0}" dt="2025-06-19T06:40:56.593" v="4000" actId="9405"/>
          <ac:inkMkLst>
            <pc:docMk/>
            <pc:sldMk cId="312675514" sldId="4485"/>
            <ac:inkMk id="16" creationId="{A065421E-42C0-1168-C22A-6E9659BAF083}"/>
          </ac:inkMkLst>
        </pc:inkChg>
        <pc:inkChg chg="add del">
          <ac:chgData name="Nguyen Thanh Uyen" userId="97a8ef35-95e7-46b1-8490-f00ef7a82a6a" providerId="ADAL" clId="{D7F7D2CD-7A1F-B54B-B2BD-4C0FBD8403D0}" dt="2025-06-19T06:41:04.107" v="4003" actId="9405"/>
          <ac:inkMkLst>
            <pc:docMk/>
            <pc:sldMk cId="312675514" sldId="4485"/>
            <ac:inkMk id="17" creationId="{907C5AB8-7B07-8AA9-B1F7-A2396041195E}"/>
          </ac:inkMkLst>
        </pc:inkChg>
        <pc:inkChg chg="add">
          <ac:chgData name="Nguyen Thanh Uyen" userId="97a8ef35-95e7-46b1-8490-f00ef7a82a6a" providerId="ADAL" clId="{D7F7D2CD-7A1F-B54B-B2BD-4C0FBD8403D0}" dt="2025-06-19T06:41:08.052" v="4004" actId="9405"/>
          <ac:inkMkLst>
            <pc:docMk/>
            <pc:sldMk cId="312675514" sldId="4485"/>
            <ac:inkMk id="18" creationId="{350570E6-97AB-6C77-494F-0AF8ABB39285}"/>
          </ac:inkMkLst>
        </pc:inkChg>
        <pc:cxnChg chg="add mod">
          <ac:chgData name="Nguyen Thanh Uyen" userId="97a8ef35-95e7-46b1-8490-f00ef7a82a6a" providerId="ADAL" clId="{D7F7D2CD-7A1F-B54B-B2BD-4C0FBD8403D0}" dt="2025-06-19T06:24:33.757" v="3887" actId="14100"/>
          <ac:cxnSpMkLst>
            <pc:docMk/>
            <pc:sldMk cId="312675514" sldId="4485"/>
            <ac:cxnSpMk id="4" creationId="{B2265AB3-C2F3-092F-893F-CEEDC3950C6C}"/>
          </ac:cxnSpMkLst>
        </pc:cxnChg>
      </pc:sldChg>
      <pc:sldChg chg="addSp delSp modSp new mod">
        <pc:chgData name="Nguyen Thanh Uyen" userId="97a8ef35-95e7-46b1-8490-f00ef7a82a6a" providerId="ADAL" clId="{D7F7D2CD-7A1F-B54B-B2BD-4C0FBD8403D0}" dt="2025-06-19T08:18:53.616" v="4083" actId="478"/>
        <pc:sldMkLst>
          <pc:docMk/>
          <pc:sldMk cId="38008942" sldId="4486"/>
        </pc:sldMkLst>
        <pc:spChg chg="add mod">
          <ac:chgData name="Nguyen Thanh Uyen" userId="97a8ef35-95e7-46b1-8490-f00ef7a82a6a" providerId="ADAL" clId="{D7F7D2CD-7A1F-B54B-B2BD-4C0FBD8403D0}" dt="2025-06-19T08:14:47.298" v="4050" actId="1076"/>
          <ac:spMkLst>
            <pc:docMk/>
            <pc:sldMk cId="38008942" sldId="4486"/>
            <ac:spMk id="4" creationId="{AF49B590-A6F2-B74E-DD9B-6E3F36E0A93E}"/>
          </ac:spMkLst>
        </pc:spChg>
        <pc:picChg chg="add mod">
          <ac:chgData name="Nguyen Thanh Uyen" userId="97a8ef35-95e7-46b1-8490-f00ef7a82a6a" providerId="ADAL" clId="{D7F7D2CD-7A1F-B54B-B2BD-4C0FBD8403D0}" dt="2025-06-19T08:14:42.946" v="4049" actId="1076"/>
          <ac:picMkLst>
            <pc:docMk/>
            <pc:sldMk cId="38008942" sldId="4486"/>
            <ac:picMk id="3" creationId="{BB04950B-4F6C-3CD2-1148-DF043F3E9BB5}"/>
          </ac:picMkLst>
        </pc:picChg>
        <pc:picChg chg="add del mod">
          <ac:chgData name="Nguyen Thanh Uyen" userId="97a8ef35-95e7-46b1-8490-f00ef7a82a6a" providerId="ADAL" clId="{D7F7D2CD-7A1F-B54B-B2BD-4C0FBD8403D0}" dt="2025-06-19T08:18:53.616" v="4083" actId="478"/>
          <ac:picMkLst>
            <pc:docMk/>
            <pc:sldMk cId="38008942" sldId="4486"/>
            <ac:picMk id="6" creationId="{66456DC0-A6C0-3D83-9668-9D12BB9467B4}"/>
          </ac:picMkLst>
        </pc:picChg>
      </pc:sldChg>
      <pc:sldChg chg="addSp modSp new mod ord">
        <pc:chgData name="Nguyen Thanh Uyen" userId="97a8ef35-95e7-46b1-8490-f00ef7a82a6a" providerId="ADAL" clId="{D7F7D2CD-7A1F-B54B-B2BD-4C0FBD8403D0}" dt="2025-06-19T08:26:50.329" v="4246" actId="14100"/>
        <pc:sldMkLst>
          <pc:docMk/>
          <pc:sldMk cId="2031592996" sldId="4487"/>
        </pc:sldMkLst>
        <pc:spChg chg="add mod">
          <ac:chgData name="Nguyen Thanh Uyen" userId="97a8ef35-95e7-46b1-8490-f00ef7a82a6a" providerId="ADAL" clId="{D7F7D2CD-7A1F-B54B-B2BD-4C0FBD8403D0}" dt="2025-06-19T08:18:12.919" v="4078" actId="1076"/>
          <ac:spMkLst>
            <pc:docMk/>
            <pc:sldMk cId="2031592996" sldId="4487"/>
            <ac:spMk id="4" creationId="{DECEEF6E-1D71-6B1E-E5FA-5D8E550576E9}"/>
          </ac:spMkLst>
        </pc:spChg>
        <pc:spChg chg="add mod">
          <ac:chgData name="Nguyen Thanh Uyen" userId="97a8ef35-95e7-46b1-8490-f00ef7a82a6a" providerId="ADAL" clId="{D7F7D2CD-7A1F-B54B-B2BD-4C0FBD8403D0}" dt="2025-06-19T08:25:13.583" v="4164" actId="1076"/>
          <ac:spMkLst>
            <pc:docMk/>
            <pc:sldMk cId="2031592996" sldId="4487"/>
            <ac:spMk id="5" creationId="{9D127151-76C1-6590-9A58-7FA32F531ECC}"/>
          </ac:spMkLst>
        </pc:spChg>
        <pc:spChg chg="add mod">
          <ac:chgData name="Nguyen Thanh Uyen" userId="97a8ef35-95e7-46b1-8490-f00ef7a82a6a" providerId="ADAL" clId="{D7F7D2CD-7A1F-B54B-B2BD-4C0FBD8403D0}" dt="2025-06-19T08:26:35.614" v="4241" actId="1076"/>
          <ac:spMkLst>
            <pc:docMk/>
            <pc:sldMk cId="2031592996" sldId="4487"/>
            <ac:spMk id="9" creationId="{06DDB3B4-1FA7-97BA-6A76-7E4812A827A2}"/>
          </ac:spMkLst>
        </pc:spChg>
        <pc:picChg chg="add mod">
          <ac:chgData name="Nguyen Thanh Uyen" userId="97a8ef35-95e7-46b1-8490-f00ef7a82a6a" providerId="ADAL" clId="{D7F7D2CD-7A1F-B54B-B2BD-4C0FBD8403D0}" dt="2025-06-19T08:15:37.557" v="4057" actId="14100"/>
          <ac:picMkLst>
            <pc:docMk/>
            <pc:sldMk cId="2031592996" sldId="4487"/>
            <ac:picMk id="3" creationId="{94D75D80-A7FD-5E02-AAE6-94D74B427E27}"/>
          </ac:picMkLst>
        </pc:picChg>
        <pc:cxnChg chg="add mod">
          <ac:chgData name="Nguyen Thanh Uyen" userId="97a8ef35-95e7-46b1-8490-f00ef7a82a6a" providerId="ADAL" clId="{D7F7D2CD-7A1F-B54B-B2BD-4C0FBD8403D0}" dt="2025-06-19T08:25:31.052" v="4168" actId="14100"/>
          <ac:cxnSpMkLst>
            <pc:docMk/>
            <pc:sldMk cId="2031592996" sldId="4487"/>
            <ac:cxnSpMk id="6" creationId="{E0521E27-5162-570B-3D15-90E040E7ED8D}"/>
          </ac:cxnSpMkLst>
        </pc:cxnChg>
        <pc:cxnChg chg="add mod">
          <ac:chgData name="Nguyen Thanh Uyen" userId="97a8ef35-95e7-46b1-8490-f00ef7a82a6a" providerId="ADAL" clId="{D7F7D2CD-7A1F-B54B-B2BD-4C0FBD8403D0}" dt="2025-06-19T08:26:50.329" v="4246" actId="14100"/>
          <ac:cxnSpMkLst>
            <pc:docMk/>
            <pc:sldMk cId="2031592996" sldId="4487"/>
            <ac:cxnSpMk id="10" creationId="{8822010C-4218-1DAE-244B-780ABF88B29E}"/>
          </ac:cxnSpMkLst>
        </pc:cxnChg>
      </pc:sldChg>
      <pc:sldChg chg="addSp modSp new mod">
        <pc:chgData name="Nguyen Thanh Uyen" userId="97a8ef35-95e7-46b1-8490-f00ef7a82a6a" providerId="ADAL" clId="{D7F7D2CD-7A1F-B54B-B2BD-4C0FBD8403D0}" dt="2025-06-19T08:32:14.308" v="4340" actId="14100"/>
        <pc:sldMkLst>
          <pc:docMk/>
          <pc:sldMk cId="2506557790" sldId="4488"/>
        </pc:sldMkLst>
        <pc:spChg chg="add mod">
          <ac:chgData name="Nguyen Thanh Uyen" userId="97a8ef35-95e7-46b1-8490-f00ef7a82a6a" providerId="ADAL" clId="{D7F7D2CD-7A1F-B54B-B2BD-4C0FBD8403D0}" dt="2025-06-19T08:28:35.275" v="4281" actId="1076"/>
          <ac:spMkLst>
            <pc:docMk/>
            <pc:sldMk cId="2506557790" sldId="4488"/>
            <ac:spMk id="3" creationId="{C905063E-0DC8-B73B-703D-B62ADC314A2D}"/>
          </ac:spMkLst>
        </pc:spChg>
        <pc:spChg chg="add mod">
          <ac:chgData name="Nguyen Thanh Uyen" userId="97a8ef35-95e7-46b1-8490-f00ef7a82a6a" providerId="ADAL" clId="{D7F7D2CD-7A1F-B54B-B2BD-4C0FBD8403D0}" dt="2025-06-19T08:28:16.778" v="4274" actId="1076"/>
          <ac:spMkLst>
            <pc:docMk/>
            <pc:sldMk cId="2506557790" sldId="4488"/>
            <ac:spMk id="4" creationId="{9855562E-30E6-6B6A-4E31-0C941F44488E}"/>
          </ac:spMkLst>
        </pc:spChg>
        <pc:spChg chg="add mod">
          <ac:chgData name="Nguyen Thanh Uyen" userId="97a8ef35-95e7-46b1-8490-f00ef7a82a6a" providerId="ADAL" clId="{D7F7D2CD-7A1F-B54B-B2BD-4C0FBD8403D0}" dt="2025-06-19T08:32:06.518" v="4339" actId="1076"/>
          <ac:spMkLst>
            <pc:docMk/>
            <pc:sldMk cId="2506557790" sldId="4488"/>
            <ac:spMk id="5" creationId="{6EE68CFB-6AB2-0644-4A5F-26BA419B90D9}"/>
          </ac:spMkLst>
        </pc:spChg>
        <pc:picChg chg="add mod">
          <ac:chgData name="Nguyen Thanh Uyen" userId="97a8ef35-95e7-46b1-8490-f00ef7a82a6a" providerId="ADAL" clId="{D7F7D2CD-7A1F-B54B-B2BD-4C0FBD8403D0}" dt="2025-06-19T08:19:01.454" v="4087" actId="14100"/>
          <ac:picMkLst>
            <pc:docMk/>
            <pc:sldMk cId="2506557790" sldId="4488"/>
            <ac:picMk id="2" creationId="{A1E7EE19-E279-1661-F209-D9B2877930D2}"/>
          </ac:picMkLst>
        </pc:picChg>
        <pc:cxnChg chg="add mod">
          <ac:chgData name="Nguyen Thanh Uyen" userId="97a8ef35-95e7-46b1-8490-f00ef7a82a6a" providerId="ADAL" clId="{D7F7D2CD-7A1F-B54B-B2BD-4C0FBD8403D0}" dt="2025-06-19T08:32:14.308" v="4340" actId="14100"/>
          <ac:cxnSpMkLst>
            <pc:docMk/>
            <pc:sldMk cId="2506557790" sldId="4488"/>
            <ac:cxnSpMk id="6" creationId="{7ADEFB23-183B-54E4-EED7-0959F44CEAA8}"/>
          </ac:cxnSpMkLst>
        </pc:cxnChg>
      </pc:sldChg>
      <pc:sldChg chg="addSp delSp modSp new mod">
        <pc:chgData name="Nguyen Thanh Uyen" userId="97a8ef35-95e7-46b1-8490-f00ef7a82a6a" providerId="ADAL" clId="{D7F7D2CD-7A1F-B54B-B2BD-4C0FBD8403D0}" dt="2025-06-19T08:37:47.090" v="4402" actId="478"/>
        <pc:sldMkLst>
          <pc:docMk/>
          <pc:sldMk cId="1440870813" sldId="4489"/>
        </pc:sldMkLst>
        <pc:spChg chg="add mod">
          <ac:chgData name="Nguyen Thanh Uyen" userId="97a8ef35-95e7-46b1-8490-f00ef7a82a6a" providerId="ADAL" clId="{D7F7D2CD-7A1F-B54B-B2BD-4C0FBD8403D0}" dt="2025-06-19T08:36:29.491" v="4374" actId="20577"/>
          <ac:spMkLst>
            <pc:docMk/>
            <pc:sldMk cId="1440870813" sldId="4489"/>
            <ac:spMk id="3" creationId="{88AE5D62-2EEF-B383-A9F7-E7AD1BA6A9D7}"/>
          </ac:spMkLst>
        </pc:spChg>
        <pc:spChg chg="add mod">
          <ac:chgData name="Nguyen Thanh Uyen" userId="97a8ef35-95e7-46b1-8490-f00ef7a82a6a" providerId="ADAL" clId="{D7F7D2CD-7A1F-B54B-B2BD-4C0FBD8403D0}" dt="2025-06-19T08:37:28.711" v="4398" actId="1076"/>
          <ac:spMkLst>
            <pc:docMk/>
            <pc:sldMk cId="1440870813" sldId="4489"/>
            <ac:spMk id="4" creationId="{AE631ADB-853A-B3F3-CC10-CB4849740B45}"/>
          </ac:spMkLst>
        </pc:spChg>
        <pc:picChg chg="add mod">
          <ac:chgData name="Nguyen Thanh Uyen" userId="97a8ef35-95e7-46b1-8490-f00ef7a82a6a" providerId="ADAL" clId="{D7F7D2CD-7A1F-B54B-B2BD-4C0FBD8403D0}" dt="2025-06-19T08:36:19.388" v="4372" actId="1076"/>
          <ac:picMkLst>
            <pc:docMk/>
            <pc:sldMk cId="1440870813" sldId="4489"/>
            <ac:picMk id="2" creationId="{265EB5D7-5F13-1877-E841-AC6534C6300A}"/>
          </ac:picMkLst>
        </pc:picChg>
        <pc:picChg chg="add del mod">
          <ac:chgData name="Nguyen Thanh Uyen" userId="97a8ef35-95e7-46b1-8490-f00ef7a82a6a" providerId="ADAL" clId="{D7F7D2CD-7A1F-B54B-B2BD-4C0FBD8403D0}" dt="2025-06-19T08:37:47.090" v="4402" actId="478"/>
          <ac:picMkLst>
            <pc:docMk/>
            <pc:sldMk cId="1440870813" sldId="4489"/>
            <ac:picMk id="6" creationId="{83BE2DBF-0391-AF39-EE8A-C5D5D44BEFB0}"/>
          </ac:picMkLst>
        </pc:picChg>
      </pc:sldChg>
      <pc:sldChg chg="addSp delSp modSp new mod">
        <pc:chgData name="Nguyen Thanh Uyen" userId="97a8ef35-95e7-46b1-8490-f00ef7a82a6a" providerId="ADAL" clId="{D7F7D2CD-7A1F-B54B-B2BD-4C0FBD8403D0}" dt="2025-06-19T08:40:55.316" v="4473" actId="478"/>
        <pc:sldMkLst>
          <pc:docMk/>
          <pc:sldMk cId="1586055001" sldId="4490"/>
        </pc:sldMkLst>
        <pc:spChg chg="add mod">
          <ac:chgData name="Nguyen Thanh Uyen" userId="97a8ef35-95e7-46b1-8490-f00ef7a82a6a" providerId="ADAL" clId="{D7F7D2CD-7A1F-B54B-B2BD-4C0FBD8403D0}" dt="2025-06-19T08:40:20.556" v="4469" actId="1076"/>
          <ac:spMkLst>
            <pc:docMk/>
            <pc:sldMk cId="1586055001" sldId="4490"/>
            <ac:spMk id="3" creationId="{CC0D5E65-2F39-B739-358E-14F2E7EDD134}"/>
          </ac:spMkLst>
        </pc:spChg>
        <pc:picChg chg="add mod">
          <ac:chgData name="Nguyen Thanh Uyen" userId="97a8ef35-95e7-46b1-8490-f00ef7a82a6a" providerId="ADAL" clId="{D7F7D2CD-7A1F-B54B-B2BD-4C0FBD8403D0}" dt="2025-06-19T08:37:55.117" v="4406" actId="14100"/>
          <ac:picMkLst>
            <pc:docMk/>
            <pc:sldMk cId="1586055001" sldId="4490"/>
            <ac:picMk id="2" creationId="{919BA988-5DDB-B06E-0211-8F98E1710EA0}"/>
          </ac:picMkLst>
        </pc:picChg>
        <pc:picChg chg="add del mod">
          <ac:chgData name="Nguyen Thanh Uyen" userId="97a8ef35-95e7-46b1-8490-f00ef7a82a6a" providerId="ADAL" clId="{D7F7D2CD-7A1F-B54B-B2BD-4C0FBD8403D0}" dt="2025-06-19T08:40:55.316" v="4473" actId="478"/>
          <ac:picMkLst>
            <pc:docMk/>
            <pc:sldMk cId="1586055001" sldId="4490"/>
            <ac:picMk id="5" creationId="{489A1F44-A86C-6550-94B7-CC59E8EF3E2E}"/>
          </ac:picMkLst>
        </pc:picChg>
      </pc:sldChg>
      <pc:sldChg chg="addSp delSp modSp new mod">
        <pc:chgData name="Nguyen Thanh Uyen" userId="97a8ef35-95e7-46b1-8490-f00ef7a82a6a" providerId="ADAL" clId="{D7F7D2CD-7A1F-B54B-B2BD-4C0FBD8403D0}" dt="2025-06-19T09:28:31.497" v="4684" actId="14100"/>
        <pc:sldMkLst>
          <pc:docMk/>
          <pc:sldMk cId="1732411518" sldId="4491"/>
        </pc:sldMkLst>
        <pc:spChg chg="add mod">
          <ac:chgData name="Nguyen Thanh Uyen" userId="97a8ef35-95e7-46b1-8490-f00ef7a82a6a" providerId="ADAL" clId="{D7F7D2CD-7A1F-B54B-B2BD-4C0FBD8403D0}" dt="2025-06-19T08:49:53.147" v="4502" actId="1076"/>
          <ac:spMkLst>
            <pc:docMk/>
            <pc:sldMk cId="1732411518" sldId="4491"/>
            <ac:spMk id="5" creationId="{9F77C636-A4C9-1830-8284-8189784B4C7C}"/>
          </ac:spMkLst>
        </pc:spChg>
        <pc:spChg chg="add mod">
          <ac:chgData name="Nguyen Thanh Uyen" userId="97a8ef35-95e7-46b1-8490-f00ef7a82a6a" providerId="ADAL" clId="{D7F7D2CD-7A1F-B54B-B2BD-4C0FBD8403D0}" dt="2025-06-19T09:28:31.497" v="4684" actId="14100"/>
          <ac:spMkLst>
            <pc:docMk/>
            <pc:sldMk cId="1732411518" sldId="4491"/>
            <ac:spMk id="6" creationId="{7F7585FE-31A1-0B1E-1A06-B08A8D857479}"/>
          </ac:spMkLst>
        </pc:spChg>
        <pc:spChg chg="add mod">
          <ac:chgData name="Nguyen Thanh Uyen" userId="97a8ef35-95e7-46b1-8490-f00ef7a82a6a" providerId="ADAL" clId="{D7F7D2CD-7A1F-B54B-B2BD-4C0FBD8403D0}" dt="2025-06-19T09:26:56.289" v="4582" actId="1076"/>
          <ac:spMkLst>
            <pc:docMk/>
            <pc:sldMk cId="1732411518" sldId="4491"/>
            <ac:spMk id="7" creationId="{FC130165-4A69-7F48-F19B-3CBD6E74EB19}"/>
          </ac:spMkLst>
        </pc:spChg>
        <pc:spChg chg="add mod">
          <ac:chgData name="Nguyen Thanh Uyen" userId="97a8ef35-95e7-46b1-8490-f00ef7a82a6a" providerId="ADAL" clId="{D7F7D2CD-7A1F-B54B-B2BD-4C0FBD8403D0}" dt="2025-06-19T09:28:14.803" v="4682" actId="14100"/>
          <ac:spMkLst>
            <pc:docMk/>
            <pc:sldMk cId="1732411518" sldId="4491"/>
            <ac:spMk id="8" creationId="{9CD62459-175B-A9B0-DA69-9C4F173BC126}"/>
          </ac:spMkLst>
        </pc:spChg>
        <pc:picChg chg="add mod">
          <ac:chgData name="Nguyen Thanh Uyen" userId="97a8ef35-95e7-46b1-8490-f00ef7a82a6a" providerId="ADAL" clId="{D7F7D2CD-7A1F-B54B-B2BD-4C0FBD8403D0}" dt="2025-06-19T08:41:06.688" v="4478" actId="14100"/>
          <ac:picMkLst>
            <pc:docMk/>
            <pc:sldMk cId="1732411518" sldId="4491"/>
            <ac:picMk id="2" creationId="{C2D77817-0A25-6434-E44B-CBBBF4DD1CF7}"/>
          </ac:picMkLst>
        </pc:picChg>
        <pc:picChg chg="add del mod">
          <ac:chgData name="Nguyen Thanh Uyen" userId="97a8ef35-95e7-46b1-8490-f00ef7a82a6a" providerId="ADAL" clId="{D7F7D2CD-7A1F-B54B-B2BD-4C0FBD8403D0}" dt="2025-06-19T08:42:52.793" v="4487" actId="478"/>
          <ac:picMkLst>
            <pc:docMk/>
            <pc:sldMk cId="1732411518" sldId="4491"/>
            <ac:picMk id="4" creationId="{6ECF5C6C-BAA3-D46A-FE84-51194A758A3A}"/>
          </ac:picMkLst>
        </pc:picChg>
      </pc:sldChg>
      <pc:sldChg chg="addSp delSp modSp new mod">
        <pc:chgData name="Nguyen Thanh Uyen" userId="97a8ef35-95e7-46b1-8490-f00ef7a82a6a" providerId="ADAL" clId="{D7F7D2CD-7A1F-B54B-B2BD-4C0FBD8403D0}" dt="2025-06-19T10:22:49.330" v="5362" actId="1076"/>
        <pc:sldMkLst>
          <pc:docMk/>
          <pc:sldMk cId="1391280326" sldId="4492"/>
        </pc:sldMkLst>
        <pc:spChg chg="add del mod">
          <ac:chgData name="Nguyen Thanh Uyen" userId="97a8ef35-95e7-46b1-8490-f00ef7a82a6a" providerId="ADAL" clId="{D7F7D2CD-7A1F-B54B-B2BD-4C0FBD8403D0}" dt="2025-06-19T10:20:24.396" v="5225" actId="478"/>
          <ac:spMkLst>
            <pc:docMk/>
            <pc:sldMk cId="1391280326" sldId="4492"/>
            <ac:spMk id="3" creationId="{096676A7-10C1-2B28-59A7-F6B0D2E5B0E7}"/>
          </ac:spMkLst>
        </pc:spChg>
        <pc:spChg chg="add del mod">
          <ac:chgData name="Nguyen Thanh Uyen" userId="97a8ef35-95e7-46b1-8490-f00ef7a82a6a" providerId="ADAL" clId="{D7F7D2CD-7A1F-B54B-B2BD-4C0FBD8403D0}" dt="2025-06-19T10:20:22.372" v="5224" actId="478"/>
          <ac:spMkLst>
            <pc:docMk/>
            <pc:sldMk cId="1391280326" sldId="4492"/>
            <ac:spMk id="4" creationId="{3077A57C-4E6F-411A-F52D-BB48544BAB89}"/>
          </ac:spMkLst>
        </pc:spChg>
        <pc:spChg chg="add del mod">
          <ac:chgData name="Nguyen Thanh Uyen" userId="97a8ef35-95e7-46b1-8490-f00ef7a82a6a" providerId="ADAL" clId="{D7F7D2CD-7A1F-B54B-B2BD-4C0FBD8403D0}" dt="2025-06-19T09:52:35.989" v="4818" actId="478"/>
          <ac:spMkLst>
            <pc:docMk/>
            <pc:sldMk cId="1391280326" sldId="4492"/>
            <ac:spMk id="5" creationId="{521D9702-12C8-20F9-AC68-7891D0AF0EE9}"/>
          </ac:spMkLst>
        </pc:spChg>
        <pc:spChg chg="add del mod">
          <ac:chgData name="Nguyen Thanh Uyen" userId="97a8ef35-95e7-46b1-8490-f00ef7a82a6a" providerId="ADAL" clId="{D7F7D2CD-7A1F-B54B-B2BD-4C0FBD8403D0}" dt="2025-06-19T10:20:19.391" v="5223" actId="478"/>
          <ac:spMkLst>
            <pc:docMk/>
            <pc:sldMk cId="1391280326" sldId="4492"/>
            <ac:spMk id="6" creationId="{151BC2AB-15FB-B99D-1466-A0D541E20664}"/>
          </ac:spMkLst>
        </pc:spChg>
        <pc:spChg chg="add mod">
          <ac:chgData name="Nguyen Thanh Uyen" userId="97a8ef35-95e7-46b1-8490-f00ef7a82a6a" providerId="ADAL" clId="{D7F7D2CD-7A1F-B54B-B2BD-4C0FBD8403D0}" dt="2025-06-19T10:21:55.442" v="5233" actId="20577"/>
          <ac:spMkLst>
            <pc:docMk/>
            <pc:sldMk cId="1391280326" sldId="4492"/>
            <ac:spMk id="7" creationId="{B0F53A00-59A9-DE16-085D-D768A1652EEE}"/>
          </ac:spMkLst>
        </pc:spChg>
        <pc:spChg chg="add mod">
          <ac:chgData name="Nguyen Thanh Uyen" userId="97a8ef35-95e7-46b1-8490-f00ef7a82a6a" providerId="ADAL" clId="{D7F7D2CD-7A1F-B54B-B2BD-4C0FBD8403D0}" dt="2025-06-19T10:22:49.330" v="5362" actId="1076"/>
          <ac:spMkLst>
            <pc:docMk/>
            <pc:sldMk cId="1391280326" sldId="4492"/>
            <ac:spMk id="12" creationId="{6353DABC-5A68-5DDB-F53F-F2813ED8318F}"/>
          </ac:spMkLst>
        </pc:spChg>
        <pc:picChg chg="add mod">
          <ac:chgData name="Nguyen Thanh Uyen" userId="97a8ef35-95e7-46b1-8490-f00ef7a82a6a" providerId="ADAL" clId="{D7F7D2CD-7A1F-B54B-B2BD-4C0FBD8403D0}" dt="2025-06-19T08:43:03.583" v="4492" actId="14100"/>
          <ac:picMkLst>
            <pc:docMk/>
            <pc:sldMk cId="1391280326" sldId="4492"/>
            <ac:picMk id="2" creationId="{9A3AEFEA-7A41-C19F-0B52-8462BB5661B5}"/>
          </ac:picMkLst>
        </pc:picChg>
        <pc:picChg chg="add del mod">
          <ac:chgData name="Nguyen Thanh Uyen" userId="97a8ef35-95e7-46b1-8490-f00ef7a82a6a" providerId="ADAL" clId="{D7F7D2CD-7A1F-B54B-B2BD-4C0FBD8403D0}" dt="2025-06-19T09:45:48.651" v="4773" actId="478"/>
          <ac:picMkLst>
            <pc:docMk/>
            <pc:sldMk cId="1391280326" sldId="4492"/>
            <ac:picMk id="9" creationId="{867D2E51-ADE3-01B0-4EA6-F0334FF35EA9}"/>
          </ac:picMkLst>
        </pc:picChg>
        <pc:picChg chg="add del mod">
          <ac:chgData name="Nguyen Thanh Uyen" userId="97a8ef35-95e7-46b1-8490-f00ef7a82a6a" providerId="ADAL" clId="{D7F7D2CD-7A1F-B54B-B2BD-4C0FBD8403D0}" dt="2025-06-19T09:48:44.668" v="4804" actId="478"/>
          <ac:picMkLst>
            <pc:docMk/>
            <pc:sldMk cId="1391280326" sldId="4492"/>
            <ac:picMk id="11" creationId="{90491263-74A5-46B8-A132-C88B2FD73885}"/>
          </ac:picMkLst>
        </pc:picChg>
      </pc:sldChg>
      <pc:sldChg chg="addSp delSp modSp new mod">
        <pc:chgData name="Nguyen Thanh Uyen" userId="97a8ef35-95e7-46b1-8490-f00ef7a82a6a" providerId="ADAL" clId="{D7F7D2CD-7A1F-B54B-B2BD-4C0FBD8403D0}" dt="2025-06-19T09:50:09.436" v="4817" actId="1076"/>
        <pc:sldMkLst>
          <pc:docMk/>
          <pc:sldMk cId="164613387" sldId="4493"/>
        </pc:sldMkLst>
        <pc:spChg chg="add mod">
          <ac:chgData name="Nguyen Thanh Uyen" userId="97a8ef35-95e7-46b1-8490-f00ef7a82a6a" providerId="ADAL" clId="{D7F7D2CD-7A1F-B54B-B2BD-4C0FBD8403D0}" dt="2025-06-19T09:49:21.138" v="4815" actId="1076"/>
          <ac:spMkLst>
            <pc:docMk/>
            <pc:sldMk cId="164613387" sldId="4493"/>
            <ac:spMk id="4" creationId="{7760B911-A9D5-BF2A-1FD5-ECB026D325B8}"/>
          </ac:spMkLst>
        </pc:spChg>
        <pc:spChg chg="add mod">
          <ac:chgData name="Nguyen Thanh Uyen" userId="97a8ef35-95e7-46b1-8490-f00ef7a82a6a" providerId="ADAL" clId="{D7F7D2CD-7A1F-B54B-B2BD-4C0FBD8403D0}" dt="2025-06-19T09:50:09.436" v="4817" actId="1076"/>
          <ac:spMkLst>
            <pc:docMk/>
            <pc:sldMk cId="164613387" sldId="4493"/>
            <ac:spMk id="5" creationId="{1809E25E-EAA4-704F-5703-DBF2C3AB9397}"/>
          </ac:spMkLst>
        </pc:spChg>
        <pc:picChg chg="add del mod">
          <ac:chgData name="Nguyen Thanh Uyen" userId="97a8ef35-95e7-46b1-8490-f00ef7a82a6a" providerId="ADAL" clId="{D7F7D2CD-7A1F-B54B-B2BD-4C0FBD8403D0}" dt="2025-06-19T09:48:41.454" v="4803" actId="478"/>
          <ac:picMkLst>
            <pc:docMk/>
            <pc:sldMk cId="164613387" sldId="4493"/>
            <ac:picMk id="2" creationId="{716E7735-978A-0761-3129-3620C5BAEB7E}"/>
          </ac:picMkLst>
        </pc:picChg>
        <pc:picChg chg="add mod">
          <ac:chgData name="Nguyen Thanh Uyen" userId="97a8ef35-95e7-46b1-8490-f00ef7a82a6a" providerId="ADAL" clId="{D7F7D2CD-7A1F-B54B-B2BD-4C0FBD8403D0}" dt="2025-06-19T09:48:58.750" v="4810" actId="14100"/>
          <ac:picMkLst>
            <pc:docMk/>
            <pc:sldMk cId="164613387" sldId="4493"/>
            <ac:picMk id="3" creationId="{E27FE08B-99FE-9075-907B-19E873D3AA06}"/>
          </ac:picMkLst>
        </pc:picChg>
      </pc:sldChg>
      <pc:sldChg chg="addSp delSp modSp new mod">
        <pc:chgData name="Nguyen Thanh Uyen" userId="97a8ef35-95e7-46b1-8490-f00ef7a82a6a" providerId="ADAL" clId="{D7F7D2CD-7A1F-B54B-B2BD-4C0FBD8403D0}" dt="2025-06-19T10:05:00.970" v="4901" actId="478"/>
        <pc:sldMkLst>
          <pc:docMk/>
          <pc:sldMk cId="1095369116" sldId="4494"/>
        </pc:sldMkLst>
        <pc:spChg chg="add mod">
          <ac:chgData name="Nguyen Thanh Uyen" userId="97a8ef35-95e7-46b1-8490-f00ef7a82a6a" providerId="ADAL" clId="{D7F7D2CD-7A1F-B54B-B2BD-4C0FBD8403D0}" dt="2025-06-19T10:00:00.268" v="4835" actId="1076"/>
          <ac:spMkLst>
            <pc:docMk/>
            <pc:sldMk cId="1095369116" sldId="4494"/>
            <ac:spMk id="4" creationId="{1ABC3919-090D-B92C-14BF-2A23507DE4F6}"/>
          </ac:spMkLst>
        </pc:spChg>
        <pc:spChg chg="add mod">
          <ac:chgData name="Nguyen Thanh Uyen" userId="97a8ef35-95e7-46b1-8490-f00ef7a82a6a" providerId="ADAL" clId="{D7F7D2CD-7A1F-B54B-B2BD-4C0FBD8403D0}" dt="2025-06-19T10:01:41.348" v="4858" actId="1076"/>
          <ac:spMkLst>
            <pc:docMk/>
            <pc:sldMk cId="1095369116" sldId="4494"/>
            <ac:spMk id="5" creationId="{978108A2-30BE-28B4-726C-FB701CE88EE5}"/>
          </ac:spMkLst>
        </pc:spChg>
        <pc:spChg chg="add mod">
          <ac:chgData name="Nguyen Thanh Uyen" userId="97a8ef35-95e7-46b1-8490-f00ef7a82a6a" providerId="ADAL" clId="{D7F7D2CD-7A1F-B54B-B2BD-4C0FBD8403D0}" dt="2025-06-19T10:02:22.712" v="4888" actId="1076"/>
          <ac:spMkLst>
            <pc:docMk/>
            <pc:sldMk cId="1095369116" sldId="4494"/>
            <ac:spMk id="6" creationId="{CA60350A-9647-13F9-D7A5-1F4D048EEC17}"/>
          </ac:spMkLst>
        </pc:spChg>
        <pc:picChg chg="add mod">
          <ac:chgData name="Nguyen Thanh Uyen" userId="97a8ef35-95e7-46b1-8490-f00ef7a82a6a" providerId="ADAL" clId="{D7F7D2CD-7A1F-B54B-B2BD-4C0FBD8403D0}" dt="2025-06-19T09:53:33.948" v="4825" actId="14100"/>
          <ac:picMkLst>
            <pc:docMk/>
            <pc:sldMk cId="1095369116" sldId="4494"/>
            <ac:picMk id="3" creationId="{3AC1B28C-7D16-9C7F-ED77-64B4BE31D894}"/>
          </ac:picMkLst>
        </pc:picChg>
        <pc:picChg chg="add del mod">
          <ac:chgData name="Nguyen Thanh Uyen" userId="97a8ef35-95e7-46b1-8490-f00ef7a82a6a" providerId="ADAL" clId="{D7F7D2CD-7A1F-B54B-B2BD-4C0FBD8403D0}" dt="2025-06-19T10:05:00.970" v="4901" actId="478"/>
          <ac:picMkLst>
            <pc:docMk/>
            <pc:sldMk cId="1095369116" sldId="4494"/>
            <ac:picMk id="11" creationId="{A2A4ADAF-4C20-235D-87F3-E076F8E98142}"/>
          </ac:picMkLst>
        </pc:picChg>
        <pc:cxnChg chg="add mod">
          <ac:chgData name="Nguyen Thanh Uyen" userId="97a8ef35-95e7-46b1-8490-f00ef7a82a6a" providerId="ADAL" clId="{D7F7D2CD-7A1F-B54B-B2BD-4C0FBD8403D0}" dt="2025-06-19T10:02:57.849" v="4892" actId="14100"/>
          <ac:cxnSpMkLst>
            <pc:docMk/>
            <pc:sldMk cId="1095369116" sldId="4494"/>
            <ac:cxnSpMk id="7" creationId="{35D2C789-3FA4-5DB6-DE2F-91D8BA7075CA}"/>
          </ac:cxnSpMkLst>
        </pc:cxnChg>
      </pc:sldChg>
      <pc:sldChg chg="addSp delSp modSp new mod">
        <pc:chgData name="Nguyen Thanh Uyen" userId="97a8ef35-95e7-46b1-8490-f00ef7a82a6a" providerId="ADAL" clId="{D7F7D2CD-7A1F-B54B-B2BD-4C0FBD8403D0}" dt="2025-06-19T10:08:06.123" v="4936" actId="478"/>
        <pc:sldMkLst>
          <pc:docMk/>
          <pc:sldMk cId="612910428" sldId="4495"/>
        </pc:sldMkLst>
        <pc:spChg chg="add mod">
          <ac:chgData name="Nguyen Thanh Uyen" userId="97a8ef35-95e7-46b1-8490-f00ef7a82a6a" providerId="ADAL" clId="{D7F7D2CD-7A1F-B54B-B2BD-4C0FBD8403D0}" dt="2025-06-19T10:07:24.019" v="4931" actId="20577"/>
          <ac:spMkLst>
            <pc:docMk/>
            <pc:sldMk cId="612910428" sldId="4495"/>
            <ac:spMk id="3" creationId="{9177F74A-3DD4-C560-8397-AB76A9CE7034}"/>
          </ac:spMkLst>
        </pc:spChg>
        <pc:picChg chg="add mod">
          <ac:chgData name="Nguyen Thanh Uyen" userId="97a8ef35-95e7-46b1-8490-f00ef7a82a6a" providerId="ADAL" clId="{D7F7D2CD-7A1F-B54B-B2BD-4C0FBD8403D0}" dt="2025-06-19T10:04:58.145" v="4900" actId="14100"/>
          <ac:picMkLst>
            <pc:docMk/>
            <pc:sldMk cId="612910428" sldId="4495"/>
            <ac:picMk id="2" creationId="{7E374D50-F931-DEE3-A533-60C685FA6A84}"/>
          </ac:picMkLst>
        </pc:picChg>
        <pc:picChg chg="add del mod">
          <ac:chgData name="Nguyen Thanh Uyen" userId="97a8ef35-95e7-46b1-8490-f00ef7a82a6a" providerId="ADAL" clId="{D7F7D2CD-7A1F-B54B-B2BD-4C0FBD8403D0}" dt="2025-06-19T10:08:06.123" v="4936" actId="478"/>
          <ac:picMkLst>
            <pc:docMk/>
            <pc:sldMk cId="612910428" sldId="4495"/>
            <ac:picMk id="5" creationId="{D45F0566-E397-618A-0CFA-133B89DF6EE0}"/>
          </ac:picMkLst>
        </pc:picChg>
      </pc:sldChg>
      <pc:sldChg chg="addSp delSp modSp new mod">
        <pc:chgData name="Nguyen Thanh Uyen" userId="97a8ef35-95e7-46b1-8490-f00ef7a82a6a" providerId="ADAL" clId="{D7F7D2CD-7A1F-B54B-B2BD-4C0FBD8403D0}" dt="2025-06-19T10:15:20.824" v="5071" actId="478"/>
        <pc:sldMkLst>
          <pc:docMk/>
          <pc:sldMk cId="1606202583" sldId="4496"/>
        </pc:sldMkLst>
        <pc:spChg chg="add del">
          <ac:chgData name="Nguyen Thanh Uyen" userId="97a8ef35-95e7-46b1-8490-f00ef7a82a6a" providerId="ADAL" clId="{D7F7D2CD-7A1F-B54B-B2BD-4C0FBD8403D0}" dt="2025-06-19T10:13:35.166" v="5054" actId="22"/>
          <ac:spMkLst>
            <pc:docMk/>
            <pc:sldMk cId="1606202583" sldId="4496"/>
            <ac:spMk id="4" creationId="{CC19A898-F28F-8766-A4AD-534C03AB18EA}"/>
          </ac:spMkLst>
        </pc:spChg>
        <pc:spChg chg="add mod">
          <ac:chgData name="Nguyen Thanh Uyen" userId="97a8ef35-95e7-46b1-8490-f00ef7a82a6a" providerId="ADAL" clId="{D7F7D2CD-7A1F-B54B-B2BD-4C0FBD8403D0}" dt="2025-06-19T10:13:47.622" v="5056" actId="1076"/>
          <ac:spMkLst>
            <pc:docMk/>
            <pc:sldMk cId="1606202583" sldId="4496"/>
            <ac:spMk id="5" creationId="{AC03D11C-7A20-A212-ABA7-C65D33325E51}"/>
          </ac:spMkLst>
        </pc:spChg>
        <pc:picChg chg="add mod">
          <ac:chgData name="Nguyen Thanh Uyen" userId="97a8ef35-95e7-46b1-8490-f00ef7a82a6a" providerId="ADAL" clId="{D7F7D2CD-7A1F-B54B-B2BD-4C0FBD8403D0}" dt="2025-06-19T10:08:19.951" v="4941" actId="14100"/>
          <ac:picMkLst>
            <pc:docMk/>
            <pc:sldMk cId="1606202583" sldId="4496"/>
            <ac:picMk id="2" creationId="{21E3F2E0-6C11-4F4A-3B53-35B1A72D4DB2}"/>
          </ac:picMkLst>
        </pc:picChg>
        <pc:picChg chg="add del mod">
          <ac:chgData name="Nguyen Thanh Uyen" userId="97a8ef35-95e7-46b1-8490-f00ef7a82a6a" providerId="ADAL" clId="{D7F7D2CD-7A1F-B54B-B2BD-4C0FBD8403D0}" dt="2025-06-19T10:15:20.824" v="5071" actId="478"/>
          <ac:picMkLst>
            <pc:docMk/>
            <pc:sldMk cId="1606202583" sldId="4496"/>
            <ac:picMk id="15" creationId="{49E1B809-D1B9-09AB-FFFB-42FC0F3024AE}"/>
          </ac:picMkLst>
        </pc:picChg>
        <pc:cxnChg chg="add mod">
          <ac:chgData name="Nguyen Thanh Uyen" userId="97a8ef35-95e7-46b1-8490-f00ef7a82a6a" providerId="ADAL" clId="{D7F7D2CD-7A1F-B54B-B2BD-4C0FBD8403D0}" dt="2025-06-19T10:14:29.484" v="5065" actId="14100"/>
          <ac:cxnSpMkLst>
            <pc:docMk/>
            <pc:sldMk cId="1606202583" sldId="4496"/>
            <ac:cxnSpMk id="6" creationId="{9AB351CE-25F2-2860-D7AB-9D1D90ACD7B7}"/>
          </ac:cxnSpMkLst>
        </pc:cxnChg>
        <pc:cxnChg chg="add mod">
          <ac:chgData name="Nguyen Thanh Uyen" userId="97a8ef35-95e7-46b1-8490-f00ef7a82a6a" providerId="ADAL" clId="{D7F7D2CD-7A1F-B54B-B2BD-4C0FBD8403D0}" dt="2025-06-19T10:14:32.921" v="5066" actId="14100"/>
          <ac:cxnSpMkLst>
            <pc:docMk/>
            <pc:sldMk cId="1606202583" sldId="4496"/>
            <ac:cxnSpMk id="10" creationId="{B34F38C0-467F-1618-4888-94B541642B17}"/>
          </ac:cxnSpMkLst>
        </pc:cxnChg>
      </pc:sldChg>
      <pc:sldChg chg="addSp delSp modSp new mod">
        <pc:chgData name="Nguyen Thanh Uyen" userId="97a8ef35-95e7-46b1-8490-f00ef7a82a6a" providerId="ADAL" clId="{D7F7D2CD-7A1F-B54B-B2BD-4C0FBD8403D0}" dt="2025-06-19T10:18:41.833" v="5151" actId="478"/>
        <pc:sldMkLst>
          <pc:docMk/>
          <pc:sldMk cId="2707675460" sldId="4497"/>
        </pc:sldMkLst>
        <pc:spChg chg="add mod">
          <ac:chgData name="Nguyen Thanh Uyen" userId="97a8ef35-95e7-46b1-8490-f00ef7a82a6a" providerId="ADAL" clId="{D7F7D2CD-7A1F-B54B-B2BD-4C0FBD8403D0}" dt="2025-06-19T10:18:18.322" v="5146" actId="1076"/>
          <ac:spMkLst>
            <pc:docMk/>
            <pc:sldMk cId="2707675460" sldId="4497"/>
            <ac:spMk id="3" creationId="{B9C03010-856A-113A-E678-432C01883510}"/>
          </ac:spMkLst>
        </pc:spChg>
        <pc:spChg chg="add mod">
          <ac:chgData name="Nguyen Thanh Uyen" userId="97a8ef35-95e7-46b1-8490-f00ef7a82a6a" providerId="ADAL" clId="{D7F7D2CD-7A1F-B54B-B2BD-4C0FBD8403D0}" dt="2025-06-19T10:17:59.450" v="5137" actId="1076"/>
          <ac:spMkLst>
            <pc:docMk/>
            <pc:sldMk cId="2707675460" sldId="4497"/>
            <ac:spMk id="4" creationId="{4CE1E769-A1FE-D35A-5019-A99D5990ACBC}"/>
          </ac:spMkLst>
        </pc:spChg>
        <pc:picChg chg="add mod">
          <ac:chgData name="Nguyen Thanh Uyen" userId="97a8ef35-95e7-46b1-8490-f00ef7a82a6a" providerId="ADAL" clId="{D7F7D2CD-7A1F-B54B-B2BD-4C0FBD8403D0}" dt="2025-06-19T10:15:32.826" v="5076" actId="14100"/>
          <ac:picMkLst>
            <pc:docMk/>
            <pc:sldMk cId="2707675460" sldId="4497"/>
            <ac:picMk id="2" creationId="{9DFC311D-50BC-A8AF-D8E8-B1643E583E06}"/>
          </ac:picMkLst>
        </pc:picChg>
        <pc:picChg chg="add del mod">
          <ac:chgData name="Nguyen Thanh Uyen" userId="97a8ef35-95e7-46b1-8490-f00ef7a82a6a" providerId="ADAL" clId="{D7F7D2CD-7A1F-B54B-B2BD-4C0FBD8403D0}" dt="2025-06-19T10:18:41.833" v="5151" actId="478"/>
          <ac:picMkLst>
            <pc:docMk/>
            <pc:sldMk cId="2707675460" sldId="4497"/>
            <ac:picMk id="6" creationId="{3EEF54C6-5CB9-289E-4F9C-BF6FAECDB0A8}"/>
          </ac:picMkLst>
        </pc:picChg>
      </pc:sldChg>
      <pc:sldChg chg="addSp modSp new mod">
        <pc:chgData name="Nguyen Thanh Uyen" userId="97a8ef35-95e7-46b1-8490-f00ef7a82a6a" providerId="ADAL" clId="{D7F7D2CD-7A1F-B54B-B2BD-4C0FBD8403D0}" dt="2025-06-19T10:20:11.659" v="5222" actId="14100"/>
        <pc:sldMkLst>
          <pc:docMk/>
          <pc:sldMk cId="487539034" sldId="4498"/>
        </pc:sldMkLst>
        <pc:spChg chg="add mod">
          <ac:chgData name="Nguyen Thanh Uyen" userId="97a8ef35-95e7-46b1-8490-f00ef7a82a6a" providerId="ADAL" clId="{D7F7D2CD-7A1F-B54B-B2BD-4C0FBD8403D0}" dt="2025-06-19T10:19:54.294" v="5219" actId="1076"/>
          <ac:spMkLst>
            <pc:docMk/>
            <pc:sldMk cId="487539034" sldId="4498"/>
            <ac:spMk id="3" creationId="{54E66964-B266-71A9-DC1E-58FD629270B9}"/>
          </ac:spMkLst>
        </pc:spChg>
        <pc:picChg chg="add mod">
          <ac:chgData name="Nguyen Thanh Uyen" userId="97a8ef35-95e7-46b1-8490-f00ef7a82a6a" providerId="ADAL" clId="{D7F7D2CD-7A1F-B54B-B2BD-4C0FBD8403D0}" dt="2025-06-19T10:18:52.007" v="5156" actId="14100"/>
          <ac:picMkLst>
            <pc:docMk/>
            <pc:sldMk cId="487539034" sldId="4498"/>
            <ac:picMk id="2" creationId="{00543E02-67BB-3640-FA1F-2EF6AB429F03}"/>
          </ac:picMkLst>
        </pc:picChg>
        <pc:cxnChg chg="add mod">
          <ac:chgData name="Nguyen Thanh Uyen" userId="97a8ef35-95e7-46b1-8490-f00ef7a82a6a" providerId="ADAL" clId="{D7F7D2CD-7A1F-B54B-B2BD-4C0FBD8403D0}" dt="2025-06-19T10:20:11.659" v="5222" actId="14100"/>
          <ac:cxnSpMkLst>
            <pc:docMk/>
            <pc:sldMk cId="487539034" sldId="4498"/>
            <ac:cxnSpMk id="4" creationId="{4C50B9AB-B9D8-FB3D-8AC4-D57CE11A4A3C}"/>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09:12:17.558"/>
    </inkml:context>
    <inkml:brush xml:id="br0">
      <inkml:brushProperty name="width" value="0.05" units="cm"/>
      <inkml:brushProperty name="height" value="0.05" units="cm"/>
      <inkml:brushProperty name="color" value="#FFC114"/>
    </inkml:brush>
  </inkml:definitions>
  <inkml:trace contextRef="#ctx0" brushRef="#br0">192 539 24575,'8'0'0,"12"1"0,-8 1 0,9 1 0,-13-1 0,-1 0 0,1 0 0,-1 0 0,1 1 0,0-2 0,0 1 0,1 0 0,-1 0 0,-1 0 0,1-2 0,-3 2 0,2-1 0,-1 1 0,-1-2 0,2 2 0,-2-2 0,0 1 0,1-1 0,0 1 0,0-1 0,-1 1 0,0-1 0,0 2 0,-1-2 0,1 0 0,0 0 0,0 0 0,2 0 0,1 0 0,-1 0 0,2 0 0,-2 0 0,-1 0 0,2 0 0,-1 0 0,1 0 0,1 0 0,1 0 0,-2 0 0,2 0 0,0 0 0,-1 0 0,2 0 0,-2 0 0,4 0 0,-3 0 0,1 0 0,-2 0 0,-1 0 0,2 0 0,-1 1 0,0-1 0,1 1 0,-1-1 0,3 0 0,-4 2 0,2-2 0,0 1 0,-1-1 0,1 0 0,3 1 0,-3 0 0,5 0 0,-6-1 0,3 0 0,-4 0 0,2 0 0,-2 0 0,-1 0 0,2 0 0,-3 0 0,2 0 0,-2 0 0,2 0 0,-3 0 0,3 0 0,-3 0 0,3 0 0,-2 0 0,5 0 0,-5 0 0,6 0 0,-5 0 0,1 0 0,2 0 0,-1 0 0,2 0 0,0 0 0,1 0 0,-2 0 0,2 0 0,-2 0 0,2 0 0,-2 0 0,2 0 0,2 0 0,-1 0 0,1 0 0,1 0 0,-4 0 0,3 0 0,-4 0 0,-3 0 0,1 0 0,-3 0 0,2 0 0,-3 0 0,0 0 0,2 0 0,0-2 0,8-2 0,-4 1 0,4 0 0,-4 3 0,-2 0 0,2 0 0,3 1 0,-5-1 0,4 1 0,-6-1 0,0 0 0,-1 1 0,0 0 0,0 0 0,-1-1 0,1 0 0,-3 0 0,2 0 0,-2 0 0,0 0 0,1 0 0,-1 0 0,0 0 0,0 0 0,0 0 0,1 0 0,-1 0 0,0 0 0,0 0 0,0 0 0,1 0 0,-1 0 0,0 0 0,2 0 0,0 0 0,2 0 0,1 0 0,1 0 0,2 0 0,0 0 0,2 0 0,2 0 0,1 0 0,1 0 0,0 0 0,0 0 0,3 0 0,-2 0 0,3 0 0,-1 0 0,12 0 0,-8 0 0,11 0 0,-15 0 0,4 0 0,-4 0 0,0 0 0,-1 0 0,4 0 0,-5 0 0,3 0 0,3 0 0,-7 0 0,8 0 0,-8 0 0,0 0 0,0 0 0,5 0 0,-6 0 0,7 0 0,0 0 0,-3 0 0,5 0 0,-7 0 0,4 0 0,0 0 0,-2 0 0,-1 0 0,-2 0 0,0 0 0,-1 0 0,-1 0 0,-2 0 0,0 0 0,0 0 0,-2 0 0,0 0 0,-2 0 0,1 0 0,-3 0 0,1 0 0,-1 0 0,0 0 0,0 0 0,1 0 0,-2 0 0,3 0 0,-3 0 0,7 0 0,-4 0 0,4 0 0,-4 0 0,0 0 0,0 0 0,1 0 0,-3 0 0,2 0 0,-2 0 0,2 0 0,-3 0 0,1 0 0,1 0 0,-3 0 0,2 0 0,-2 0 0,0 0 0,-1 0 0,0 0 0,-1-1 0,0-1 0,-1 0 0,1 1 0,1 0 0,3 1 0,3 0 0,12 2 0,-7 0 0,7 3 0,-9-4 0,-2 2 0,1-3 0,-1 3 0,0-3 0,-2 3 0,2-3 0,-2 2 0,1-1 0,-1 0 0,-1-1 0,1 0 0,-3 0 0,2 0 0,-2 0 0,1 0 0,-1 0 0,2 0 0,-2 0 0,0 0 0,0 0 0,0 0 0,4 0 0,-3 0 0,2 0 0,-3 0 0,0 0 0,0 0 0,0 0 0,-1 0 0,2 0 0,-1 0 0,1 0 0,-1 0 0,0 0 0,2 0 0,-2 0 0,3 0 0,-3 0 0,3-1 0,-1 0 0,1-1 0,0 1 0,1 0 0,-1 0 0,0 1 0,1-3 0,-3 3 0,1-1 0,-1-1 0,0 2 0,0-1 0,0 1 0,0 0 0,0 0 0,3-1 0,-3 0 0,4 0 0,-4 1 0,0 0 0,0 0 0,1 0 0,2 0 0,-1 0 0,0 0 0,0 0 0,2 0 0,-1 0 0,1 0 0,0 0 0,-1 0 0,2 0 0,-2 0 0,1 0 0,-2 0 0,4 0 0,-3 0 0,3 0 0,-4 0 0,1 0 0,-1 0 0,2 0 0,-2 0 0,2 0 0,0 0 0,1 0 0,-1-1 0,5 1 0,-5-3 0,4 3 0,-2-2 0,-3 1 0,1 0 0,-2 0 0,-1 0 0,1 0 0,0 1 0,3 0 0,-3 0 0,5 0 0,-6 0 0,5 0 0,-4 0 0,2 0 0,-2 0 0,4 0 0,-2 0 0,1 0 0,-2 0 0,-1 0 0,0 0 0,1-1 0,-1-1 0,0 1 0,0-2 0,2 2 0,-1-2 0,1 0 0,-3 0 0,0 2 0,-1-1 0,0 0 0,-1 0 0,0 0 0,0 0 0,-1 2 0,1-3 0,-2 2 0,1 0 0,-1-1 0,0 1 0,-1 0 0,0 0 0,0 0 0,1 0 0,-2-1 0,1 2 0,-1-2 0,2 0 0,-1 0 0,0 0 0,0-1 0,1 1 0,-1 0 0,-1-1 0,1 1 0,-1 0 0,1 0 0,0-1 0,-1 0 0,1 0 0,1-2 0,-1 2 0,1-4 0,-1 2 0,1-2 0,0 2 0,-1-1 0,1 0 0,-2 0 0,2-1 0,-2 0 0,2-2 0,-2 1 0,2 0 0,-3 3 0,1-2 0,-1 1 0,1 1 0,-1-2 0,2 2 0,-2 0 0,0 0 0,1-2 0,-1 2 0,1-2 0,-1 3 0,0-1 0,0 0 0,0 0 0,0-2 0,0 0 0,0-1 0,0 0 0,0 3 0,0-3 0,0 2 0,0 0 0,0-1 0,0 2 0,-1-2 0,0 2 0,-1 2 0,0-2 0,0 1 0,0 0 0,0-2 0,-1 2 0,1-1 0,-1 1 0,0 1 0,0-2 0,-1 2 0,2 0 0,-2-1 0,2 2 0,-2-2 0,2 2 0,-3-3 0,1 2 0,-1-1 0,2 0 0,-1 1 0,0 0 0,0 0 0,0 0 0,0 0 0,-1-1 0,0 2 0,1-1 0,-1 1 0,0-1 0,-1 0 0,0 0 0,1 0 0,-2-1 0,2 2 0,-3-1 0,-1-1 0,0 1 0,-2-1 0,3 1 0,-2 0 0,1 0 0,-1 2 0,0-2 0,0 3 0,0-3 0,-2 3 0,2-1 0,-1 1 0,0-2 0,2 2 0,-3-1 0,0 1 0,2 0 0,-1 0 0,5 0 0,-2 0 0,3 0 0,-3 0 0,3-1 0,-3 0 0,1 0 0,-1 1 0,-1 0 0,1-1 0,-2 1 0,0-2 0,-1 2 0,0 0 0,0-1 0,-1 1 0,0-2 0,0 2 0,0 0 0,2 0 0,-2 0 0,2 0 0,-2 0 0,0 0 0,-1 0 0,1 0 0,0 0 0,0 0 0,0 0 0,2 0 0,-2 0 0,2 0 0,-2 0 0,2 0 0,-2 0 0,3 0 0,-2 0 0,2 0 0,-5 0 0,5 0 0,-3 0 0,4 0 0,1 0 0,0 0 0,1 0 0,0 0 0,0 0 0,1 0 0,0 0 0,-2 0 0,1 0 0,-2 0 0,1 0 0,1 0 0,1 0 0,0 0 0,0 0 0,0 0 0,-1 0 0,1 0 0,0 0 0,2 0 0,-2 0 0,2 0 0,-2 0 0,3 0 0,-2 0 0,1 0 0,0 0 0,0 0 0,-2 0 0,1 0 0,-2 0 0,1 0 0,1 0 0,-1 0 0,0 0 0,0 0 0,-2 0 0,2 0 0,-1 0 0,0 0 0,-2 0 0,3 0 0,-2 0 0,1 0 0,0 0 0,-2 0 0,3 0 0,-1 0 0,0 0 0,1 0 0,0 0 0,1 0 0,0 0 0,0 0 0,-1 0 0,1-1 0,-1 1 0,1-1 0,-1 1 0,0 0 0,2 0 0,-2 0 0,1 0 0,-1 0 0,0 0 0,-2-1 0,1 1 0,-1-1 0,-1 1 0,3 0 0,-3 0 0,3 0 0,0-2 0,0 2 0,0-1 0,0 1 0,0 0 0,0-1 0,0 1 0,-2-2 0,2 2 0,-1 0 0,-1 0 0,2-1 0,-4 1 0,3-1 0,-1 1 0,2 0 0,0 0 0,1 0 0,-1 0 0,1 0 0,-1-1 0,2 0 0,-2 0 0,2 1 0,-2 0 0,2 0 0,-1 0 0,-1 0 0,2 0 0,-1 0 0,0 0 0,0 0 0,-3 0 0,3 0 0,-3 0 0,3 0 0,0 0 0,-1 0 0,1-1 0,-1 1 0,1-1 0,-1 1 0,1 0 0,0 0 0,-4 0 0,2 0 0,-3 0 0,2 0 0,2 0 0,-3 0 0,2 0 0,0 0 0,0 0 0,1 0 0,-2 0 0,2 0 0,-3 0 0,2 0 0,-1 0 0,1 0 0,-2 0 0,1 0 0,0 0 0,-1 0 0,3 0 0,-1 0 0,-1 0 0,-2 0 0,0 0 0,-1 0 0,3 0 0,-1 0 0,2 0 0,-2 0 0,3 0 0,-3 0 0,3 0 0,-2 1 0,1-1 0,0 2 0,-2-2 0,3 0 0,-3 0 0,1 0 0,0 0 0,-1 0 0,3 0 0,-3 0 0,2 0 0,-1 0 0,1 0 0,-2 0 0,2 0 0,-6 0 0,4 0 0,-8 0 0,5 0 0,-1 0 0,2 0 0,2 0 0,-1 0 0,2 0 0,-1 0 0,2 0 0,-1 0 0,0 0 0,2 0 0,0 0 0,0 0 0,1 0 0,1 0 0,0 0 0,1 1 0,-1-1 0,-1 1 0,-1-1 0,0 0 0,0 0 0,1 0 0,-10 0 0,5 0 0,-6 0 0,5 0 0,1 0 0,-3 0 0,4 0 0,-4 0 0,3 0 0,1 0 0,0 0 0,1 0 0,0 0 0,1 0 0,1 0 0,0 0 0,0 0 0,0 0 0,-1 0 0,1 0 0,0 0 0,0 0 0,0 0 0,0 0 0,1 0 0,1 0 0,-1 0 0,2 0 0,-2-1 0,0 1 0,0-3 0,-3 3 0,2-1 0,0 1 0,0-1 0,0 1 0,-1-2 0,-1 2 0,0 0 0,-1 0 0,1 0 0,-1 0 0,-2 0 0,1 0 0,1 0 0,-4 0 0,4-1 0,-4 1 0,5-1 0,0 1 0,0 0 0,-2 0 0,1 0 0,0 0 0,-2 0 0,1 0 0,-2 0 0,0 0 0,-1 0 0,0 0 0,0 0 0,0 0 0,0 0 0,0 0 0,0-2 0,0 1 0,-2-1 0,1-1 0,-1 2 0,2-1 0,-2-1 0,2 3 0,-2-3 0,2 3 0,-2-3 0,2 1 0,-4 0 0,1-1 0,-6 2 0,3-3 0,-4 3 0,1-4 0,3 3 0,-2-2 0,4 2 0,4 1 0,-4-1 0,4 2 0,-2-2 0,2 2 0,0-1 0,0 1 0,0-2 0,0 2 0,0 0 0,-1 0 0,0 0 0,0 0 0,-3 0 0,2 0 0,-1 0 0,2 0 0,2 0 0,0 0 0,2 0 0,-1 0 0,2 0 0,1 0 0,-1 1 0,2 0 0,-4 0 0,4-1 0,-3 1 0,3-1 0,1 1 0,-3 1 0,2-2 0,-4 2 0,3-1 0,-3 0 0,4 0 0,0-1 0,0 2 0,0-2 0,-1 0 0,0 0 0,0 0 0,-1 1 0,3-1 0,-3 1 0,3 0 0,-3 0 0,2 0 0,-2-1 0,3 1 0,-3-1 0,1 1 0,-6 1 0,1-2 0,-2 2 0,4-1 0,0 1 0,2-2 0,-4 3 0,3-3 0,1 2 0,0-1 0,2-1 0,0 2 0,1-2 0,0 0 0,0 0 0,0 0 0,-4 0 0,3 0 0,-3 0 0,3 0 0,0 0 0,0 0 0,1 0 0,-2 0 0,2 0 0,-2 0 0,1 0 0,0 0 0,-1 0 0,0 0 0,0 0 0,-1 0 0,3 0 0,-3 0 0,2 1 0,-2-1 0,3 1 0,-3 0 0,1 1 0,0-1 0,-1 2 0,3-2 0,-3 2 0,2-1 0,0 1 0,-1 0 0,2-1 0,-1 1 0,-1-1 0,2 1 0,-2 0 0,3-1 0,0 1 0,0-1 0,0 0 0,0 1 0,1-1 0,0 0 0,0 1 0,-1-1 0,2 0 0,-3 1 0,2-1 0,0 1 0,-1 0 0,1 1 0,-1 0 0,1 1 0,-2-2 0,1 2 0,-2 3 0,2-3 0,-2 3 0,3-5 0,-1 2 0,2-1 0,1 0 0,-2 0 0,2 0 0,-2 0 0,1 1 0,1-2 0,-3 4 0,4-2 0,-3 0 0,2-2 0,-1 1 0,2-1 0,-1 1 0,0 0 0,1-1 0,-1 1 0,-1 0 0,2 0 0,-1 0 0,0 0 0,1 1 0,-1-1 0,1 1 0,0-2 0,0 2 0,0-1 0,0 2 0,0-1 0,0 1 0,0-2 0,0 1 0,0-1 0,0 1 0,0 0 0,0 0 0,0 0 0,0 0 0,0 0 0,0 0 0,0-1 0,0 0 0,0-1 0,0 2 0,1-2 0,-1 1 0,1 1 0,1 0 0,-1 0 0,0 1 0,0-2 0,1 1 0,-2-2 0,2 2 0,-1-1 0,1 1 0,0-1 0,-1 1 0,1 0 0,0 0 0,-1-1 0,2 0 0,-2-1 0,1 0 0,-2 0 0,2-1 0,-1 0 0,1 0 0,-1 1 0,0-1 0,1 0 0,-1 1 0,2-1 0,-2 0 0,1 0 0,-1 1 0,1-1 0,0 0 0,0-1 0,-1 1 0,1 0 0,1 0 0,-1 0 0,0 1 0,0-1 0,1 0 0,-1-1 0,-1 1 0,1-2 0,-1 2 0,1-1 0,0 1 0,0-2 0,-1 1 0,1 0 0,0-1 0,1 1 0,-2 0 0,1-1 0,-1 1 0,1 0 0,0 0 0,-1 0 0,1 0 0,0 1 0,0-1 0,0 1 0,-1 0 0,1 0 0,-1 0 0,1 0 0,0-1 0,-1 0 0,0 1 0,1-1 0,-1 2 0,2-2 0,-2 1 0,1-1 0,-1 0 0,1 1 0,0-1 0,1 0 0,-1 0 0,-1 1 0,1-2 0,-1 1 0,0 0 0,1-1 0,0 1 0,0-1 0,0 1 0,0-1 0,0 1 0,0-1 0,1 1 0,-1-1 0,0 1 0,0-1 0,0 1 0,1 0 0,-1-1 0,0 0 0,0 0 0,0 0 0,1 1 0,-1 0 0,0 0 0,0 0 0,0-1 0,0 1 0,0-1 0,-1 1 0,1-1 0,-1 1 0,2-1 0,-2 1 0,1-1 0,-1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14:20:51.691"/>
    </inkml:context>
    <inkml:brush xml:id="br0">
      <inkml:brushProperty name="width" value="0.05" units="cm"/>
      <inkml:brushProperty name="height" value="0.05" units="cm"/>
      <inkml:brushProperty name="color" value="#FFC114"/>
    </inkml:brush>
  </inkml:definitions>
  <inkml:trace contextRef="#ctx0" brushRef="#br0">2343 1 24575,'-11'0'0,"-13"0"0,1 0 0,-9 0 0,-1 0 0,-1 0 0,-15 0 0,8 0 0,-11 0 0,13 0 0,1 0 0,5 0 0,3 0 0,-10 0 0,10 0 0,-11 0 0,15 0 0,0 0 0,0 0 0,0 0 0,1 0 0,2 0 0,-3 0 0,7 0 0,-4 0 0,4 0 0,0 0 0,-9 0 0,7 0 0,-7 0 0,6 0 0,-1 0 0,0 0 0,-2 0 0,5 0 0,-2 0 0,3 0 0,-3 0 0,5 0 0,-5 0 0,6 0 0,-4 0 0,1 0 0,0 2 0,0-2 0,-3 3 0,-1-3 0,-15 2 0,6-2 0,-6 3 0,5-1 0,7-1 0,-4 1 0,4 1 0,4-3 0,-4 2 0,3 1 0,1-3 0,-4 5 0,6-5 0,-5 5 0,2-4 0,0 1 0,-2 0 0,2-1 0,0 3 0,-2-3 0,6 3 0,-6-4 0,5 5 0,-2-5 0,2 4 0,1-1 0,3 0 0,0 1 0,3-2 0,-1 3 0,1-3 0,0 2 0,0-2 0,0 3 0,-3-1 0,2 1 0,-5 0 0,3-1 0,-1 3 0,-1-2 0,4 3 0,-2-1 0,0 2 0,2 0 0,-14 13 0,14-11 0,-14 16 0,16-15 0,-6 8 0,3-5 0,3 4 0,0-4 0,3 3 0,2-4 0,-2 2 0,6-3 0,-3 0 0,6 3 0,-4-2 0,3 2 0,-1-3 0,2 0 0,0 3 0,0-3 0,0 3 0,0-3 0,0 3 0,0-2 0,3 4 0,-1-4 0,5 4 0,0-4 0,2 5 0,3-2 0,-2 2 0,5 2 0,-5-2 0,5 1 0,-3-3 0,4 3 0,-2-2 0,1 0 0,3 0 0,-3-4 0,4-1 0,-4 1 0,5-2 0,-3 1 0,3-1 0,-1 0 0,4-1 0,-3 1 0,5-2 0,-5 0 0,5 0 0,-2 0 0,3 0 0,0-2 0,-1 2 0,4-4 0,2 2 0,-1-3 0,2 1 0,-2-1 0,4 1 0,-1-1 0,0 1 0,1-1 0,-1-2 0,0 2 0,1-4 0,14 4 0,-11-5 0,7 3 0,-11-3 0,-6 0 0,2 0 0,-3 2 0,0-1 0,-1 1 0,1 0 0,0-1 0,-3 3 0,2-3 0,-2 1 0,3-2 0,0 0 0,-3 0 0,2 0 0,0 0 0,-1 0 0,1 0 0,-9 0 0,0 0 0,-3 0 0,3 0 0,-2 0 0,2 2 0,0-2 0,-3 2 0,6-2 0,-5 0 0,4 0 0,-4 0 0,4 0 0,-4 0 0,4 0 0,-1 0 0,2 0 0,0 0 0,3 0 0,1 0 0,0 0 0,2 0 0,-2 0 0,3 0 0,0 0 0,-1 0 0,1 0 0,0 0 0,0 0 0,0 0 0,3 0 0,-3 0 0,15 0 0,-15 0 0,10 0 0,-13 0 0,3 0 0,-3-2 0,2 2 0,-5-5 0,5 5 0,-5-2 0,2-1 0,-3 3 0,0-2 0,0 2 0,0-2 0,3 1 0,1-1 0,0 2 0,2 0 0,1 0 0,1-2 0,2 1 0,-3-4 0,0 5 0,-3-3 0,-1 1 0,-3 2 0,0-2 0,0 2 0,0 0 0,3 0 0,-2 0 0,5-3 0,-5 3 0,5-2 0,-2-1 0,3 3 0,8-5 0,-9 4 0,6-1 0,-12 0 0,-3 1 0,0-1 0,0 0 0,-2 2 0,2-4 0,-3 3 0,0-3 0,0 4 0,0-4 0,-2 3 0,2-1 0,-3 2 0,1 0 0,2-2 0,1 2 0,0-2 0,1 0 0,-3 2 0,-1-2 0,2 0 0,0-1 0,-2 1 0,2-2 0,-2 3 0,2-2 0,-2 0 0,-1 1 0,-2 0 0,0 0 0,0 2 0,0-4 0,0 4 0,6-6 0,-5 5 0,7-5 0,-2 2 0,0-1 0,4-2 0,-4 0 0,2 2 0,-1-3 0,-1 3 0,5-5 0,-5 4 0,1-4 0,-1 2 0,2-4 0,-2 2 0,3-4 0,-3 2 0,7-9 0,-8 6 0,7-6 0,-10 8 0,1-1 0,-4 1 0,1 2 0,-4-2 0,2 2 0,-1 0 0,-1-1 0,0 1 0,0-2 0,1-1 0,-1-1 0,1-2 0,0-2 0,-1 0 0,1 2 0,-2-1 0,1 1 0,-4-2 0,2 3 0,-2-3 0,0 5 0,0-2 0,0 5 0,0-1 0,0 1 0,0 0 0,0-2 0,0 5 0,-1-3 0,-2 3 0,-1 0 0,0 0 0,0 2 0,-1-3 0,0 2 0,-2-2 0,3 3 0,-4-2 0,4 4 0,-4-4 0,2 4 0,-2-4 0,0 4 0,0-2 0,0 0 0,0 0 0,-2-1 0,-1-1 0,-2 3 0,2-3 0,-2 2 0,-4-5 0,2 2 0,-6-2 0,7 4 0,-2-2 0,0 2 0,3-2 0,-6 2 0,5-2 0,-2 2 0,1 0 0,1-1 0,0 3 0,2-1 0,1 1 0,-2 1 0,-3 2 0,2-2 0,-13 1 0,11 0 0,-11 1 0,10 0 0,-2 2 0,0-3 0,0 3 0,-1 0 0,1 0 0,3 0 0,-3 0 0,3 0 0,-1 0 0,-1-2 0,1 2 0,-2-2 0,3 2 0,-3 0 0,-6 0 0,7-2 0,-7 1 0,12-1 0,0 2 0,2 0 0,1 0 0,-1-2 0,3 2 0,-3-2 0,1 2 0,1 0 0,-1-2 0,0 2 0,1-2 0,-1 2 0,-6 0 0,6 0 0,-9 0 0,10 0 0,-3 0 0,1 0 0,0 0 0,-2 0 0,2 0 0,0 0 0,-1 0 0,3 0 0,-3-2 0,3 1 0,-1-1 0,1 2 0,1-2 0,0 2 0,-1-2 0,2 1 0,-2 0 0,5 0 0,-4 1 0,4-2 0,-3 2 0,2-2 0,-2 2 0,3-2 0,-4 2 0,4-2 0,-4 2 0,4-1 0,-3 0 0,1 0 0,0 1 0,-2 0 0,2 0 0,-2 0 0,2 0 0,-2 0 0,4 0 0,-4 0 0,4 0 0,-1 0 0,1 0 0,0 0 0,-1 0 0,1 0 0,-2 0 0,1 0 0,0-2 0,0 1 0,-1 0 0,2 1 0,-5 0 0,4 0 0,-2 0 0,3 0 0,-1 0 0,1 0 0,-2 0 0,2 0 0,-1 0 0,1 0 0,-2 0 0,0 0 0,2 0 0,-1 0 0,1 0 0,-2 0 0,2 0 0,-1 0 0,1 0 0,0 0 0,1 0 0,-1 0 0,1 0 0,-1 0 0,0 0 0,-1 0 0,1 0 0,-2 0 0,2 0 0,-1 0 0,0 0 0,-2 0 0,1 0 0,-2 0 0,2 0 0,-2 0 0,2 0 0,-2 0 0,-2 0 0,1 0 0,-4 0 0,5 0 0,-3 0 0,3 0 0,0 0 0,2 0 0,0 0 0,4-2 0,-1 0 0,3 0 0,-2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8T14:21:23.881"/>
    </inkml:context>
    <inkml:brush xml:id="br0">
      <inkml:brushProperty name="width" value="0.05" units="cm"/>
      <inkml:brushProperty name="height" value="0.05" units="cm"/>
      <inkml:brushProperty name="color" value="#FFC114"/>
    </inkml:brush>
  </inkml:definitions>
  <inkml:trace contextRef="#ctx0" brushRef="#br0">1 41 24575,'10'0'0,"0"0"0,9 0 0,23 3 0,-11-3 0,23 2 0,-20-2 0,3 0 0,0 0 0,4 0 0,-3 0 0,2 0 0,1-2 0,-3-1 0,3-3 0,-11 3 0,13-2 0,-16 5 0,13-3 0,-10 3 0,0 0 0,6 0 0,-6 0 0,20 0 0,-16 0 0,12 0 0,-16 0 0,0 0 0,0 0 0,-1 0 0,1 0 0,-3-2 0,2-1 0,-3 0 0,1-1 0,2 4 0,-5-4 0,7 3 0,-10-3 0,1 4 0,-10-2 0,-2 2 0,-3 0 0,-2 0 0,0 0 0,-2 0 0,-1 0 0,0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6:40:31.135"/>
    </inkml:context>
    <inkml:brush xml:id="br0">
      <inkml:brushProperty name="width" value="0.05" units="cm"/>
      <inkml:brushProperty name="height" value="0.05" units="cm"/>
      <inkml:brushProperty name="color" value="#FFC114"/>
    </inkml:brush>
  </inkml:definitions>
  <inkml:trace contextRef="#ctx0" brushRef="#br0">898 0 24575,'-10'0'0,"-1"0"0,-13 0 0,7 0 0,-11 0 0,14 0 0,-6 0 0,6 0 0,-6 0 0,2 0 0,1 0 0,-3 3 0,6-3 0,-3 4 0,3-3 0,2 3 0,1-4 0,3 2 0,2-2 0,-2 0 0,1 0 0,1 0 0,-2 0 0,1 0 0,-1 0 0,-1 0 0,1 0 0,-1 0 0,1 0 0,-1 0 0,-2 0 0,2 0 0,-2 0 0,0 0 0,2 0 0,-4 0 0,3 0 0,-7 0 0,5 0 0,-6 0 0,4 0 0,0 0 0,-3 0 0,3 2 0,-6 1 0,3 2 0,-1 0 0,-2 0 0,6-3 0,-3 3 0,3-3 0,0 3 0,2-1 0,-1 1 0,4-1 0,-2 1 0,2-1 0,-3 2 0,3-1 0,-4 1 0,5 0 0,-1 0 0,1 1 0,-1 3 0,2-2 0,-1 3 0,1-3 0,0 3 0,-1-2 0,3 4 0,-1-4 0,1 2 0,-1 0 0,1-2 0,0 5 0,2-5 0,0 4 0,1-4 0,0 2 0,2-1 0,0 4 0,0-3 0,0 5 0,0-4 0,0 1 0,0 1 0,0-2 0,0 1 0,0-1 0,1-1 0,2 0 0,1-3 0,0 1 0,0-1 0,2 1 0,1-1 0,2-1 0,-1 1 0,0-3 0,1 2 0,-1-2 0,3 4 0,-2-5 0,5 3 0,-5-3 0,4 1 0,-4-1 0,4 1 0,-4-1 0,5 1 0,1 1 0,-3-1 0,5 1 0,-5-3 0,2 1 0,-3-4 0,3 5 0,-3-5 0,6 2 0,-2-2 0,1 0 0,1 0 0,-2 0 0,4 0 0,-2 0 0,4 0 0,-1 0 0,0 0 0,7 0 0,-6 0 0,3 0 0,-7 0 0,-3 0 0,2 0 0,-1 0 0,1 0 0,-4 0 0,1 0 0,-1 0 0,2 0 0,2 0 0,-1 0 0,2 0 0,-1 0 0,8 0 0,-2 0 0,1 2 0,-3-1 0,-3 1 0,1-2 0,-2 0 0,1 2 0,-2-2 0,1 3 0,-2-1 0,0-2 0,0 4 0,0-3 0,0 1 0,0-2 0,6 0 0,-5 0 0,6 2 0,-8-1 0,4 1 0,-2-2 0,1 0 0,1 0 0,0 0 0,4 0 0,-1 0 0,0 0 0,0 0 0,1 0 0,-1 0 0,-3 0 0,3 0 0,-6 0 0,9 0 0,-7 0 0,4 0 0,-6 0 0,0 0 0,-1 0 0,1 0 0,0 0 0,0 0 0,0 0 0,0 0 0,0 0 0,0 0 0,3 0 0,-3 0 0,3 0 0,0 0 0,-3 0 0,6 0 0,-6 0 0,3 0 0,0-3 0,-3 3 0,3-2 0,-5 2 0,1 0 0,-1 0 0,-1 0 0,2 0 0,-4 0 0,2 0 0,0 0 0,-2 0 0,5 0 0,-5 0 0,10 0 0,-8 0 0,8 0 0,-10 0 0,5 0 0,-3-3 0,3 3 0,0-2 0,-3 2 0,3 0 0,-3-2 0,3 1 0,0-3 0,0 4 0,0-3 0,0 1 0,0 2 0,0-2 0,2 2 0,-1 0 0,2 0 0,-3-2 0,9 1 0,-7-3 0,10 3 0,-12-3 0,3 4 0,-3-4 0,0 3 0,-3-1 0,0 0 0,0 2 0,-2-2 0,2 0 0,0-1 0,-2 1 0,2-2 0,-3 3 0,1-2 0,-1 2 0,2-3 0,-3 4 0,3-4 0,-6 3 0,4-2 0,-3 2 0,3-3 0,-2 2 0,2 0 0,1-2 0,-1 1 0,1-1 0,-1 0 0,1 0 0,-1 1 0,1-1 0,-1 2 0,3-3 0,4-3 0,0 2 0,0-2 0,-1 3 0,-5 1 0,0 0 0,-1-1 0,-4 3 0,2-2 0,-2 2 0,0-2 0,1 0 0,0 0 0,3 0 0,-4 0 0,2 0 0,0 0 0,-2 0 0,2 0 0,-2 0 0,0 0 0,-1 1 0,1-1 0,0 0 0,0-2 0,2 1 0,-1-3 0,1 2 0,0-1 0,-1-1 0,1 3 0,-2-3 0,0 4 0,0-4 0,-2 3 0,4-4 0,-6 4 0,6-3 0,-6 2 0,4 2 0,-4-4 0,4 1 0,-4 1 0,2-2 0,-2 1 0,0-1 0,0 1 0,0-1 0,0 2 0,0-3 0,0 1 0,0-1 0,0 1 0,0-1 0,0 3 0,0-2 0,0 1 0,0-1 0,0-1 0,-2 3 0,0-2 0,-2 4 0,0-4 0,0 3 0,0-1 0,-2 0 0,1 2 0,-1-2 0,0 2 0,0 0 0,0 1 0,-2 0 0,-3 0 0,-1-1 0,-1 1 0,3 1 0,1 0 0,0 2 0,-1-2 0,0 0 0,-3 2 0,4-2 0,-4 0 0,3 1 0,-3-1 0,4 2 0,-2-2 0,0 2 0,2-2 0,-4 0 0,3 1 0,-3-1 0,1 2 0,-1 0 0,-1 0 0,0 0 0,2 0 0,-1 0 0,1 0 0,-2 0 0,3 0 0,-3 0 0,5 0 0,-2 0 0,3 0 0,-1 0 0,3 0 0,0 0 0,2 0 0,0 0 0,0 0 0,0 0 0,0 0 0,-1 0 0,-2 0 0,-1 0 0,-3 0 0,-1 0 0,-2 0 0,0 0 0,0 0 0,0 0 0,0 0 0,0 0 0,0 0 0,0 0 0,0 0 0,3 0 0,0 0 0,5 0 0,-3 0 0,5 0 0,-4 0 0,4 0 0,-2 0 0,0 0 0,-1 0 0,1 0 0,-2 0 0,1 0 0,1 0 0,-2 0 0,2 0 0,-3 0 0,1 0 0,-7 0 0,5 0 0,-7 0 0,8 0 0,-5 0 0,3 0 0,-3 0 0,2 0 0,-1 0 0,4 0 0,-5 0 0,5 0 0,-2 0 0,3 0 0,-1 0 0,1 0 0,-5 0 0,6 0 0,-5 0 0,6 0 0,-3 0 0,3 0 0,-2 0 0,-1 0 0,0 0 0,-5 0 0,4 0 0,-4 0 0,2 0 0,-2 0 0,3 0 0,-2 0 0,1 0 0,-2 0 0,2 0 0,-1 0 0,2 0 0,-3 0 0,-3 0 0,2 0 0,-2 0 0,6 0 0,-2 0 0,3 0 0,0 0 0,1 0 0,0 0 0,1 0 0,-1 0 0,1 0 0,1 0 0,-1 0 0,0 0 0,-1 0 0,1 0 0,2 0 0,0 0 0,2 0 0,-2 0 0,0 0 0,1 0 0,-3 0 0,2 0 0,-3 0 0,1 0 0,-3 0 0,-1 0 0,1 0 0,-9 0 0,7 0 0,-4 0 0,3 0 0,5 0 0,-2 0 0,5 0 0,0 0 0,2 0 0,0 0 0,0 0 0,0 0 0,1 0 0,-1 0 0,0 0 0,-1 0 0,1 0 0,-2 0 0,0 0 0,2 0 0,-4 0 0,1 0 0,1 0 0,-2 0 0,1 0 0,1 0 0,-2 0 0,4 0 0,-2 0 0,2 0 0,0 0 0,0 0 0,0 0 0,0 0 0,0 0 0,1 0 0,-1 0 0,0 0 0,0 0 0,0 0 0,0 0 0,0 0 0,1 0 0,-3 0 0,1 0 0,-3 0 0,4 0 0,-4 0 0,1 0 0,-1 0 0,-1 0 0,1 0 0,1 0 0,-1 0 0,2 0 0,-3 0 0,1 0 0,-7 0 0,5 0 0,-5 0 0,3 0 0,3 0 0,-1 0 0,2 0 0,1 0 0,1 0 0,-2 0 0,3 0 0,-3 0 0,4 0 0,-4 0 0,4 0 0,-2 0 0,2 0 0,1 0 0,1-3 0,0 2 0,2-2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19T06:41:08.049"/>
    </inkml:context>
    <inkml:brush xml:id="br0">
      <inkml:brushProperty name="width" value="0.05" units="cm"/>
      <inkml:brushProperty name="height" value="0.05" units="cm"/>
      <inkml:brushProperty name="color" value="#FFC114"/>
    </inkml:brush>
  </inkml:definitions>
  <inkml:trace contextRef="#ctx0" brushRef="#br0">0 44 24575,'9'0'0,"3"0"0,-6 0 0,1 0 0,-1 0 0,-1 0 0,2 0 0,2 0 0,-2 0 0,2 0 0,-3 0 0,1 0 0,0 0 0,0 0 0,2 0 0,0 0 0,0 0 0,0 0 0,0 0 0,0 0 0,2 0 0,-2 0 0,2 0 0,-2 2 0,0-2 0,0 2 0,0-2 0,-2 1 0,4 0 0,-4 0 0,4-1 0,-4 0 0,4 0 0,-2 0 0,2 0 0,0 0 0,0 0 0,1 0 0,-1 0 0,2 0 0,6 0 0,-4 0 0,6 0 0,-9 0 0,3 0 0,-3-1 0,4 0 0,-5-1 0,5 2 0,-4-1 0,1 0 0,-2 0 0,-1 1 0,0 0 0,0 0 0,1 0 0,-2 0 0,2 0 0,-4 0 0,4 0 0,-4 0 0,4 0 0,-2 0 0,2 0 0,0 0 0,0 0 0,0 0 0,-1 0 0,0 0 0,0 0 0,1 0 0,0 0 0,0 0 0,8 0 0,-6 0 0,5 0 0,-5-2 0,-1 1 0,2 0 0,-3 1 0,0 0 0,0 0 0,-2 0 0,0 0 0,0 0 0,-4 0 0,4 0 0,-4 0 0,2 0 0,0 0 0,-1 0 0,6 0 0,-4 0 0,4 0 0,-3 0 0,-2 0 0,2 0 0,-1 0 0,0 0 0,0 0 0,-1 0 0,2 0 0,-2 0 0,4 0 0,-4 0 0,2 0 0,0 0 0,-2 0 0,2 0 0,1 0 0,-3 0 0,3 0 0,-3 0 0,-2 0 0,1 0 0,-1 0 0,0 0 0,2 0 0,-4 0 0,2 0 0,-2 0 0,2 0 0,-2 0 0,4 0 0,-4 0 0,4 0 0,-2 0 0,7 0 0,-4 0 0,5 0 0,-5 0 0,0 0 0,-1 0 0,0 0 0,0 0 0,-1-2 0,1 2 0,0-2 0,0 2 0,0 0 0,1-2 0,0 2 0,0-2 0,-1 2 0,-2 0 0,2 0 0,-4 0 0,4 0 0,-2 0 0,1-1 0,1 0 0,0 0 0,0 1 0,0 0 0,-1-2 0,1 2 0,0-2 0,-2 2 0,2 0 0,-2 0 0,2 0 0,-1-1 0,1 1 0,0-2 0,3 0 0,-4 2 0,1-3 0,-4 3 0,0-2 0,0 2 0,1 0 0,-1 0 0,0 0 0,-1-1 0,1 1 0,0-2 0,1 2 0,-2 0 0,1 0 0,-1-1 0,-1-1 0,-1-1 0,0 0 0,0 2 0,0-1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02B773-BA41-4A10-9E3F-839EA43C2A73}" type="datetimeFigureOut">
              <a:rPr lang="ko-KR" altLang="en-US" smtClean="0"/>
              <a:t>2025. 6. 18.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050907-A46C-486C-BC0C-93809D9FF85F}" type="slidenum">
              <a:rPr lang="ko-KR" altLang="en-US" smtClean="0"/>
              <a:t>‹#›</a:t>
            </a:fld>
            <a:endParaRPr lang="ko-KR" altLang="en-US"/>
          </a:p>
        </p:txBody>
      </p:sp>
    </p:spTree>
    <p:extLst>
      <p:ext uri="{BB962C8B-B14F-4D97-AF65-F5344CB8AC3E}">
        <p14:creationId xmlns:p14="http://schemas.microsoft.com/office/powerpoint/2010/main" val="313200139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18923-5D30-05F9-EA7C-5A6AFA22461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486F2F3-37D1-5F61-B0F0-6E3BFAFCF7E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E995484-F20A-E20D-5BC1-17AEBE66F6E1}"/>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CD1AF421-496F-B135-9665-1B27F4D6334F}"/>
              </a:ext>
            </a:extLst>
          </p:cNvPr>
          <p:cNvSpPr>
            <a:spLocks noGrp="1"/>
          </p:cNvSpPr>
          <p:nvPr>
            <p:ph type="sldNum" sz="quarter" idx="5"/>
          </p:nvPr>
        </p:nvSpPr>
        <p:spPr/>
        <p:txBody>
          <a:bodyPr/>
          <a:lstStyle/>
          <a:p>
            <a:fld id="{AE050907-A46C-486C-BC0C-93809D9FF85F}" type="slidenum">
              <a:rPr lang="ko-KR" altLang="en-US" smtClean="0"/>
              <a:t>1</a:t>
            </a:fld>
            <a:endParaRPr lang="ko-KR" altLang="en-US"/>
          </a:p>
        </p:txBody>
      </p:sp>
    </p:spTree>
    <p:extLst>
      <p:ext uri="{BB962C8B-B14F-4D97-AF65-F5344CB8AC3E}">
        <p14:creationId xmlns:p14="http://schemas.microsoft.com/office/powerpoint/2010/main" val="2287294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18923-5D30-05F9-EA7C-5A6AFA22461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486F2F3-37D1-5F61-B0F0-6E3BFAFCF7E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E995484-F20A-E20D-5BC1-17AEBE66F6E1}"/>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CD1AF421-496F-B135-9665-1B27F4D6334F}"/>
              </a:ext>
            </a:extLst>
          </p:cNvPr>
          <p:cNvSpPr>
            <a:spLocks noGrp="1"/>
          </p:cNvSpPr>
          <p:nvPr>
            <p:ph type="sldNum" sz="quarter" idx="5"/>
          </p:nvPr>
        </p:nvSpPr>
        <p:spPr/>
        <p:txBody>
          <a:bodyPr/>
          <a:lstStyle/>
          <a:p>
            <a:fld id="{AE050907-A46C-486C-BC0C-93809D9FF85F}" type="slidenum">
              <a:rPr lang="ko-KR" altLang="en-US" smtClean="0"/>
              <a:t>2</a:t>
            </a:fld>
            <a:endParaRPr lang="ko-KR" altLang="en-US"/>
          </a:p>
        </p:txBody>
      </p:sp>
    </p:spTree>
    <p:extLst>
      <p:ext uri="{BB962C8B-B14F-4D97-AF65-F5344CB8AC3E}">
        <p14:creationId xmlns:p14="http://schemas.microsoft.com/office/powerpoint/2010/main" val="3395370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18923-5D30-05F9-EA7C-5A6AFA22461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486F2F3-37D1-5F61-B0F0-6E3BFAFCF7E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E995484-F20A-E20D-5BC1-17AEBE66F6E1}"/>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CD1AF421-496F-B135-9665-1B27F4D6334F}"/>
              </a:ext>
            </a:extLst>
          </p:cNvPr>
          <p:cNvSpPr>
            <a:spLocks noGrp="1"/>
          </p:cNvSpPr>
          <p:nvPr>
            <p:ph type="sldNum" sz="quarter" idx="5"/>
          </p:nvPr>
        </p:nvSpPr>
        <p:spPr/>
        <p:txBody>
          <a:bodyPr/>
          <a:lstStyle/>
          <a:p>
            <a:fld id="{AE050907-A46C-486C-BC0C-93809D9FF85F}" type="slidenum">
              <a:rPr lang="ko-KR" altLang="en-US" smtClean="0"/>
              <a:t>3</a:t>
            </a:fld>
            <a:endParaRPr lang="ko-KR" altLang="en-US"/>
          </a:p>
        </p:txBody>
      </p:sp>
    </p:spTree>
    <p:extLst>
      <p:ext uri="{BB962C8B-B14F-4D97-AF65-F5344CB8AC3E}">
        <p14:creationId xmlns:p14="http://schemas.microsoft.com/office/powerpoint/2010/main" val="4165892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18923-5D30-05F9-EA7C-5A6AFA22461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486F2F3-37D1-5F61-B0F0-6E3BFAFCF7E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E995484-F20A-E20D-5BC1-17AEBE66F6E1}"/>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CD1AF421-496F-B135-9665-1B27F4D6334F}"/>
              </a:ext>
            </a:extLst>
          </p:cNvPr>
          <p:cNvSpPr>
            <a:spLocks noGrp="1"/>
          </p:cNvSpPr>
          <p:nvPr>
            <p:ph type="sldNum" sz="quarter" idx="5"/>
          </p:nvPr>
        </p:nvSpPr>
        <p:spPr/>
        <p:txBody>
          <a:bodyPr/>
          <a:lstStyle/>
          <a:p>
            <a:fld id="{AE050907-A46C-486C-BC0C-93809D9FF85F}" type="slidenum">
              <a:rPr lang="ko-KR" altLang="en-US" smtClean="0"/>
              <a:t>15</a:t>
            </a:fld>
            <a:endParaRPr lang="ko-KR" altLang="en-US"/>
          </a:p>
        </p:txBody>
      </p:sp>
    </p:spTree>
    <p:extLst>
      <p:ext uri="{BB962C8B-B14F-4D97-AF65-F5344CB8AC3E}">
        <p14:creationId xmlns:p14="http://schemas.microsoft.com/office/powerpoint/2010/main" val="20603059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18923-5D30-05F9-EA7C-5A6AFA22461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486F2F3-37D1-5F61-B0F0-6E3BFAFCF7E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E995484-F20A-E20D-5BC1-17AEBE66F6E1}"/>
              </a:ext>
            </a:extLst>
          </p:cNvPr>
          <p:cNvSpPr>
            <a:spLocks noGrp="1"/>
          </p:cNvSpPr>
          <p:nvPr>
            <p:ph type="body" idx="1"/>
          </p:nvPr>
        </p:nvSpPr>
        <p:spPr/>
        <p:txBody>
          <a:bodyPr/>
          <a:lstStyle/>
          <a:p>
            <a:endParaRPr lang="ko-KR" altLang="en-US"/>
          </a:p>
        </p:txBody>
      </p:sp>
      <p:sp>
        <p:nvSpPr>
          <p:cNvPr id="4" name="슬라이드 번호 개체 틀 3">
            <a:extLst>
              <a:ext uri="{FF2B5EF4-FFF2-40B4-BE49-F238E27FC236}">
                <a16:creationId xmlns:a16="http://schemas.microsoft.com/office/drawing/2014/main" id="{CD1AF421-496F-B135-9665-1B27F4D6334F}"/>
              </a:ext>
            </a:extLst>
          </p:cNvPr>
          <p:cNvSpPr>
            <a:spLocks noGrp="1"/>
          </p:cNvSpPr>
          <p:nvPr>
            <p:ph type="sldNum" sz="quarter" idx="5"/>
          </p:nvPr>
        </p:nvSpPr>
        <p:spPr/>
        <p:txBody>
          <a:bodyPr/>
          <a:lstStyle/>
          <a:p>
            <a:fld id="{AE050907-A46C-486C-BC0C-93809D9FF85F}" type="slidenum">
              <a:rPr lang="ko-KR" altLang="en-US" smtClean="0"/>
              <a:t>31</a:t>
            </a:fld>
            <a:endParaRPr lang="ko-KR" altLang="en-US"/>
          </a:p>
        </p:txBody>
      </p:sp>
    </p:spTree>
    <p:extLst>
      <p:ext uri="{BB962C8B-B14F-4D97-AF65-F5344CB8AC3E}">
        <p14:creationId xmlns:p14="http://schemas.microsoft.com/office/powerpoint/2010/main" val="3054792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B6D561A-8DDD-8708-A483-6E74C4DE4107}"/>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CD2FD212-FA2C-EA7E-431E-E5A0DD92E3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CE6144E7-9367-8FAA-CEEA-B2D262A65BB6}"/>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5" name="바닥글 개체 틀 4">
            <a:extLst>
              <a:ext uri="{FF2B5EF4-FFF2-40B4-BE49-F238E27FC236}">
                <a16:creationId xmlns:a16="http://schemas.microsoft.com/office/drawing/2014/main" id="{75E9F52C-5BB5-461E-AFFA-1542D767A8F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A339FB1-FBF1-5E87-FC4C-72079384BCC1}"/>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242482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B53700-EAFC-33B2-4C67-0B4F5AA7315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27EAA3BF-6268-AEDE-4B37-9CE2AC4159F7}"/>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47D6C3C-12C3-56F4-3ED8-419A41E1C57C}"/>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5" name="바닥글 개체 틀 4">
            <a:extLst>
              <a:ext uri="{FF2B5EF4-FFF2-40B4-BE49-F238E27FC236}">
                <a16:creationId xmlns:a16="http://schemas.microsoft.com/office/drawing/2014/main" id="{7AA8452F-7323-CF80-260F-8C19A0CC2E7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907E81F-7110-D3C7-3E41-65A70138F8C8}"/>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3764294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494EDF8-2EC3-46CB-7816-2011A10D38D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136DF0B-C4C5-A94D-0218-08A3025E01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B252F4C6-3369-9269-135D-EBC6716326DC}"/>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5" name="바닥글 개체 틀 4">
            <a:extLst>
              <a:ext uri="{FF2B5EF4-FFF2-40B4-BE49-F238E27FC236}">
                <a16:creationId xmlns:a16="http://schemas.microsoft.com/office/drawing/2014/main" id="{26723245-1ACF-EB17-72DB-F3CE38F725A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1A5FF94-AD48-5168-89C0-F6FC18D11733}"/>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1196281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FB8BF5-F485-1AD4-1746-98BCAF5EC24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977770D-4738-E5C0-8773-FF83F77BDE40}"/>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3E29FA25-0891-13C7-32F9-F384D4AE7018}"/>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B76A5802-1CBC-BFA8-C6D4-C30E64BFA183}"/>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6" name="바닥글 개체 틀 5">
            <a:extLst>
              <a:ext uri="{FF2B5EF4-FFF2-40B4-BE49-F238E27FC236}">
                <a16:creationId xmlns:a16="http://schemas.microsoft.com/office/drawing/2014/main" id="{92A51A57-745A-69BB-F975-E2311C8C38C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269F160C-6949-9F30-26D8-EA2B6A72A0DD}"/>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2226546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C4ACE7-C3B9-C698-2A47-A442E0D92E20}"/>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2A22767-69AD-00BD-FFCB-A6BAB28581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E440BAC9-8004-CC2E-3779-286F49355924}"/>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7DE2D70C-9C9F-1F71-A69D-BE100F3C72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AC334BCE-66F7-7628-817B-BD01B94EFDB0}"/>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CC96CD7-23AF-7272-9122-F674CAE34089}"/>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8" name="바닥글 개체 틀 7">
            <a:extLst>
              <a:ext uri="{FF2B5EF4-FFF2-40B4-BE49-F238E27FC236}">
                <a16:creationId xmlns:a16="http://schemas.microsoft.com/office/drawing/2014/main" id="{7C6DDB3A-C523-69E5-1A5B-D3D614A80437}"/>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742C681D-F6C9-ECB0-73CA-3CFFB9740167}"/>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447038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181C3EE-08F5-5DF0-48AF-5DB07D822DB1}"/>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2D8310-692E-009F-5D73-481FFD9CE77B}"/>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4" name="바닥글 개체 틀 3">
            <a:extLst>
              <a:ext uri="{FF2B5EF4-FFF2-40B4-BE49-F238E27FC236}">
                <a16:creationId xmlns:a16="http://schemas.microsoft.com/office/drawing/2014/main" id="{6A75DA4B-3E12-6D1E-8B6D-74A81CEF6592}"/>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BB55013-176D-841E-D83C-FF2CEBB13CB3}"/>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1378302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A989597E-C818-4BE8-1F26-46970E6247D7}"/>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3" name="바닥글 개체 틀 2">
            <a:extLst>
              <a:ext uri="{FF2B5EF4-FFF2-40B4-BE49-F238E27FC236}">
                <a16:creationId xmlns:a16="http://schemas.microsoft.com/office/drawing/2014/main" id="{3FB7FE28-E112-E268-8A8F-5E4B90F25A1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D5D6B62-E1E8-DD58-6BBD-D972B2A624AA}"/>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2917291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3C35B89-2E1D-907B-E635-6763907ECA1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4318740C-13A6-EBDE-8F7C-EBF471B0DA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77F0EF18-2781-8ED5-EFCB-B376F1E410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6E7A85AD-819A-D979-93F1-41241D572CA4}"/>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6" name="바닥글 개체 틀 5">
            <a:extLst>
              <a:ext uri="{FF2B5EF4-FFF2-40B4-BE49-F238E27FC236}">
                <a16:creationId xmlns:a16="http://schemas.microsoft.com/office/drawing/2014/main" id="{516D36B1-7575-1A04-0366-A951FB096B01}"/>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2F7D551-AA93-C24B-8744-848938819340}"/>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1057244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B4A8BC9-5227-D878-EDA2-5E588DBD2F0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AE21C536-45FD-EB74-24AB-56904A3154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4AB92C8-DABC-8796-0758-C1D20B4140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604E4E84-29BA-745A-B40C-39D83A0E44A0}"/>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6" name="바닥글 개체 틀 5">
            <a:extLst>
              <a:ext uri="{FF2B5EF4-FFF2-40B4-BE49-F238E27FC236}">
                <a16:creationId xmlns:a16="http://schemas.microsoft.com/office/drawing/2014/main" id="{1AE0C066-A311-CB54-F92E-B128316365E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D0978C2-8051-1346-0FC9-205F837064D0}"/>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1961445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66358A4-8934-623F-B42D-3459BC023B9A}"/>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11BF3B7-A4AB-0F9F-CA60-0C30BFB3FFFB}"/>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4CF66EA-F9F9-B6B6-7782-96E254C77DDE}"/>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5" name="바닥글 개체 틀 4">
            <a:extLst>
              <a:ext uri="{FF2B5EF4-FFF2-40B4-BE49-F238E27FC236}">
                <a16:creationId xmlns:a16="http://schemas.microsoft.com/office/drawing/2014/main" id="{3A934065-F805-D9AC-4347-D38211328F9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3464EE8-AB92-7565-2499-0BE6B2EAEB82}"/>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971782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5813F597-C4AD-C523-613E-1271E0915C64}"/>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81AFAC3B-E518-79A5-39A0-B5D979AC78A1}"/>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93ADB4C0-0A08-2423-6154-C2F013B4D121}"/>
              </a:ext>
            </a:extLst>
          </p:cNvPr>
          <p:cNvSpPr>
            <a:spLocks noGrp="1"/>
          </p:cNvSpPr>
          <p:nvPr>
            <p:ph type="dt" sz="half" idx="10"/>
          </p:nvPr>
        </p:nvSpPr>
        <p:spPr/>
        <p:txBody>
          <a:bodyPr/>
          <a:lstStyle/>
          <a:p>
            <a:fld id="{FB62A86C-D6AE-4047-A798-E4949F9BD8C0}" type="datetimeFigureOut">
              <a:rPr lang="ko-KR" altLang="en-US" smtClean="0"/>
              <a:t>2025. 6. 18.</a:t>
            </a:fld>
            <a:endParaRPr lang="ko-KR" altLang="en-US"/>
          </a:p>
        </p:txBody>
      </p:sp>
      <p:sp>
        <p:nvSpPr>
          <p:cNvPr id="5" name="바닥글 개체 틀 4">
            <a:extLst>
              <a:ext uri="{FF2B5EF4-FFF2-40B4-BE49-F238E27FC236}">
                <a16:creationId xmlns:a16="http://schemas.microsoft.com/office/drawing/2014/main" id="{583ACF57-0C0F-EA05-8350-70DA493987E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3608A98-4684-6FCD-C220-CE23DD43B177}"/>
              </a:ext>
            </a:extLst>
          </p:cNvPr>
          <p:cNvSpPr>
            <a:spLocks noGrp="1"/>
          </p:cNvSpPr>
          <p:nvPr>
            <p:ph type="sldNum" sz="quarter" idx="12"/>
          </p:nvPr>
        </p:nvSpPr>
        <p:spPr/>
        <p:txBody>
          <a:body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3385015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F4DA1EE-7173-1043-DF74-2CEFC9D2D8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EB3B287E-0169-E65F-547E-BC66ED1A66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9BF4D54-16AA-6492-0B40-06D466D7D0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62A86C-D6AE-4047-A798-E4949F9BD8C0}" type="datetimeFigureOut">
              <a:rPr lang="ko-KR" altLang="en-US" smtClean="0"/>
              <a:t>2025. 6. 18.</a:t>
            </a:fld>
            <a:endParaRPr lang="ko-KR" altLang="en-US"/>
          </a:p>
        </p:txBody>
      </p:sp>
      <p:sp>
        <p:nvSpPr>
          <p:cNvPr id="5" name="바닥글 개체 틀 4">
            <a:extLst>
              <a:ext uri="{FF2B5EF4-FFF2-40B4-BE49-F238E27FC236}">
                <a16:creationId xmlns:a16="http://schemas.microsoft.com/office/drawing/2014/main" id="{678CCA3B-0AC9-2406-3FC9-F8E907D91C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7B8DE8C-2FE8-984D-7AFA-9627D85470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19D27BD-AC85-44CE-90AF-9611DA54D96B}" type="slidenum">
              <a:rPr lang="ko-KR" altLang="en-US" smtClean="0"/>
              <a:t>‹#›</a:t>
            </a:fld>
            <a:endParaRPr lang="ko-KR" altLang="en-US"/>
          </a:p>
        </p:txBody>
      </p:sp>
    </p:spTree>
    <p:extLst>
      <p:ext uri="{BB962C8B-B14F-4D97-AF65-F5344CB8AC3E}">
        <p14:creationId xmlns:p14="http://schemas.microsoft.com/office/powerpoint/2010/main" val="3069922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customXml" Target="../ink/ink3.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customXml" Target="../ink/ink5.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7DF4B-0A6F-D2F2-4C24-9318DEFBA62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699154-313E-490F-AD4D-B142F50A96CB}"/>
              </a:ext>
            </a:extLst>
          </p:cNvPr>
          <p:cNvSpPr txBox="1"/>
          <p:nvPr/>
        </p:nvSpPr>
        <p:spPr>
          <a:xfrm>
            <a:off x="2892490" y="2621902"/>
            <a:ext cx="6176866" cy="1015663"/>
          </a:xfrm>
          <a:prstGeom prst="rect">
            <a:avLst/>
          </a:prstGeom>
          <a:noFill/>
        </p:spPr>
        <p:txBody>
          <a:bodyPr wrap="square" rtlCol="0">
            <a:spAutoFit/>
          </a:bodyPr>
          <a:lstStyle/>
          <a:p>
            <a:pPr algn="l"/>
            <a:r>
              <a:rPr lang="en-US" sz="6000" dirty="0"/>
              <a:t>1. Start Window</a:t>
            </a:r>
          </a:p>
        </p:txBody>
      </p:sp>
    </p:spTree>
    <p:extLst>
      <p:ext uri="{BB962C8B-B14F-4D97-AF65-F5344CB8AC3E}">
        <p14:creationId xmlns:p14="http://schemas.microsoft.com/office/powerpoint/2010/main" val="389625762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7DF4B-0A6F-D2F2-4C24-9318DEFBA628}"/>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BF84CB75-CB5D-CED2-2D64-9987243CE5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209833" cy="6858000"/>
          </a:xfrm>
          <a:prstGeom prst="rect">
            <a:avLst/>
          </a:prstGeom>
        </p:spPr>
      </p:pic>
      <p:sp>
        <p:nvSpPr>
          <p:cNvPr id="7" name="TextBox 6">
            <a:extLst>
              <a:ext uri="{FF2B5EF4-FFF2-40B4-BE49-F238E27FC236}">
                <a16:creationId xmlns:a16="http://schemas.microsoft.com/office/drawing/2014/main" id="{428AB280-4285-880C-D784-1F760DD3CF99}"/>
              </a:ext>
            </a:extLst>
          </p:cNvPr>
          <p:cNvSpPr txBox="1"/>
          <p:nvPr/>
        </p:nvSpPr>
        <p:spPr>
          <a:xfrm>
            <a:off x="938463" y="925813"/>
            <a:ext cx="3056021" cy="230832"/>
          </a:xfrm>
          <a:prstGeom prst="rect">
            <a:avLst/>
          </a:prstGeom>
          <a:solidFill>
            <a:srgbClr val="FFC000"/>
          </a:solidFill>
        </p:spPr>
        <p:txBody>
          <a:bodyPr wrap="square" rtlCol="0">
            <a:spAutoFit/>
          </a:bodyPr>
          <a:lstStyle/>
          <a:p>
            <a:pPr algn="l"/>
            <a:r>
              <a:rPr lang="en-US" altLang="ko-KR" sz="900" dirty="0"/>
              <a:t>If the user clicks “New Dataset…”, Move to  2. Dataset Builder</a:t>
            </a:r>
          </a:p>
        </p:txBody>
      </p:sp>
      <p:sp>
        <p:nvSpPr>
          <p:cNvPr id="8" name="TextBox 7">
            <a:extLst>
              <a:ext uri="{FF2B5EF4-FFF2-40B4-BE49-F238E27FC236}">
                <a16:creationId xmlns:a16="http://schemas.microsoft.com/office/drawing/2014/main" id="{690A74EC-FBB1-C3D2-A0D8-77FD81F5AC65}"/>
              </a:ext>
            </a:extLst>
          </p:cNvPr>
          <p:cNvSpPr txBox="1"/>
          <p:nvPr/>
        </p:nvSpPr>
        <p:spPr>
          <a:xfrm>
            <a:off x="4316605" y="925813"/>
            <a:ext cx="3576620" cy="230832"/>
          </a:xfrm>
          <a:prstGeom prst="rect">
            <a:avLst/>
          </a:prstGeom>
          <a:solidFill>
            <a:srgbClr val="FFC000"/>
          </a:solidFill>
        </p:spPr>
        <p:txBody>
          <a:bodyPr wrap="none" rtlCol="0">
            <a:spAutoFit/>
          </a:bodyPr>
          <a:lstStyle/>
          <a:p>
            <a:pPr algn="l"/>
            <a:r>
              <a:rPr lang="en-US" altLang="ko-KR" sz="900" dirty="0"/>
              <a:t>If the user clicks “Open Dataset…”, Move to  3. Neural Network Designer</a:t>
            </a:r>
          </a:p>
        </p:txBody>
      </p:sp>
      <p:sp>
        <p:nvSpPr>
          <p:cNvPr id="9" name="TextBox 8">
            <a:extLst>
              <a:ext uri="{FF2B5EF4-FFF2-40B4-BE49-F238E27FC236}">
                <a16:creationId xmlns:a16="http://schemas.microsoft.com/office/drawing/2014/main" id="{6A0738F8-1F40-704D-3860-23C98FE34D79}"/>
              </a:ext>
            </a:extLst>
          </p:cNvPr>
          <p:cNvSpPr txBox="1"/>
          <p:nvPr/>
        </p:nvSpPr>
        <p:spPr>
          <a:xfrm>
            <a:off x="8947972" y="766169"/>
            <a:ext cx="2207113" cy="400110"/>
          </a:xfrm>
          <a:prstGeom prst="rect">
            <a:avLst/>
          </a:prstGeom>
          <a:solidFill>
            <a:srgbClr val="FFC000"/>
          </a:solidFill>
        </p:spPr>
        <p:txBody>
          <a:bodyPr wrap="square" rtlCol="0">
            <a:spAutoFit/>
          </a:bodyPr>
          <a:lstStyle/>
          <a:p>
            <a:pPr algn="l"/>
            <a:r>
              <a:rPr lang="en-US" altLang="ko-KR" sz="1000" dirty="0"/>
              <a:t>If the user clicks “Load Model…”, Move to  3. NN Designer and 4.NN Evaluator</a:t>
            </a:r>
          </a:p>
        </p:txBody>
      </p:sp>
      <p:sp>
        <p:nvSpPr>
          <p:cNvPr id="10" name="TextBox 9">
            <a:extLst>
              <a:ext uri="{FF2B5EF4-FFF2-40B4-BE49-F238E27FC236}">
                <a16:creationId xmlns:a16="http://schemas.microsoft.com/office/drawing/2014/main" id="{C1D472A1-AF3E-E70D-CCCC-6568139468F4}"/>
              </a:ext>
            </a:extLst>
          </p:cNvPr>
          <p:cNvSpPr txBox="1"/>
          <p:nvPr/>
        </p:nvSpPr>
        <p:spPr>
          <a:xfrm>
            <a:off x="4669081" y="2814923"/>
            <a:ext cx="3110147" cy="246221"/>
          </a:xfrm>
          <a:prstGeom prst="rect">
            <a:avLst/>
          </a:prstGeom>
          <a:solidFill>
            <a:srgbClr val="FFC000"/>
          </a:solidFill>
        </p:spPr>
        <p:txBody>
          <a:bodyPr wrap="none" rtlCol="0">
            <a:spAutoFit/>
          </a:bodyPr>
          <a:lstStyle/>
          <a:p>
            <a:pPr algn="l"/>
            <a:r>
              <a:rPr lang="en-US" altLang="ko-KR" sz="1000" dirty="0"/>
              <a:t>If the user clicks recent folders, Move to  3. NN Designer</a:t>
            </a:r>
          </a:p>
        </p:txBody>
      </p:sp>
      <p:cxnSp>
        <p:nvCxnSpPr>
          <p:cNvPr id="11" name="직선 화살표 연결선 34">
            <a:extLst>
              <a:ext uri="{FF2B5EF4-FFF2-40B4-BE49-F238E27FC236}">
                <a16:creationId xmlns:a16="http://schemas.microsoft.com/office/drawing/2014/main" id="{F7AA4CB6-556F-B7D8-E118-2DC97C113B95}"/>
              </a:ext>
            </a:extLst>
          </p:cNvPr>
          <p:cNvCxnSpPr>
            <a:cxnSpLocks/>
          </p:cNvCxnSpPr>
          <p:nvPr/>
        </p:nvCxnSpPr>
        <p:spPr>
          <a:xfrm flipH="1" flipV="1">
            <a:off x="4092498" y="2486722"/>
            <a:ext cx="576583" cy="48045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직선 화살표 연결선 34">
            <a:extLst>
              <a:ext uri="{FF2B5EF4-FFF2-40B4-BE49-F238E27FC236}">
                <a16:creationId xmlns:a16="http://schemas.microsoft.com/office/drawing/2014/main" id="{CC1B8B1D-9F92-AA96-C67A-873DDF6D67DD}"/>
              </a:ext>
            </a:extLst>
          </p:cNvPr>
          <p:cNvCxnSpPr>
            <a:cxnSpLocks/>
            <a:stCxn id="10" idx="1"/>
          </p:cNvCxnSpPr>
          <p:nvPr/>
        </p:nvCxnSpPr>
        <p:spPr>
          <a:xfrm flipH="1" flipV="1">
            <a:off x="3994484" y="2814923"/>
            <a:ext cx="674597" cy="123111"/>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직선 화살표 연결선 34">
            <a:extLst>
              <a:ext uri="{FF2B5EF4-FFF2-40B4-BE49-F238E27FC236}">
                <a16:creationId xmlns:a16="http://schemas.microsoft.com/office/drawing/2014/main" id="{26F5D4C9-9986-3474-49FE-2AD2479EE2F3}"/>
              </a:ext>
            </a:extLst>
          </p:cNvPr>
          <p:cNvCxnSpPr>
            <a:cxnSpLocks/>
            <a:stCxn id="10" idx="1"/>
          </p:cNvCxnSpPr>
          <p:nvPr/>
        </p:nvCxnSpPr>
        <p:spPr>
          <a:xfrm flipH="1">
            <a:off x="3994484" y="2938034"/>
            <a:ext cx="674597" cy="117039"/>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직선 화살표 연결선 34">
            <a:extLst>
              <a:ext uri="{FF2B5EF4-FFF2-40B4-BE49-F238E27FC236}">
                <a16:creationId xmlns:a16="http://schemas.microsoft.com/office/drawing/2014/main" id="{02A8A734-3261-607D-EF48-95F5EFF01FE1}"/>
              </a:ext>
            </a:extLst>
          </p:cNvPr>
          <p:cNvCxnSpPr>
            <a:cxnSpLocks/>
          </p:cNvCxnSpPr>
          <p:nvPr/>
        </p:nvCxnSpPr>
        <p:spPr>
          <a:xfrm flipH="1">
            <a:off x="3994484" y="2967172"/>
            <a:ext cx="674597" cy="328201"/>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34174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7DF4B-0A6F-D2F2-4C24-9318DEFBA62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699154-313E-490F-AD4D-B142F50A96CB}"/>
              </a:ext>
            </a:extLst>
          </p:cNvPr>
          <p:cNvSpPr txBox="1"/>
          <p:nvPr/>
        </p:nvSpPr>
        <p:spPr>
          <a:xfrm>
            <a:off x="2892490" y="2621902"/>
            <a:ext cx="6176866" cy="1015663"/>
          </a:xfrm>
          <a:prstGeom prst="rect">
            <a:avLst/>
          </a:prstGeom>
          <a:noFill/>
        </p:spPr>
        <p:txBody>
          <a:bodyPr wrap="square" rtlCol="0">
            <a:spAutoFit/>
          </a:bodyPr>
          <a:lstStyle/>
          <a:p>
            <a:pPr algn="l"/>
            <a:r>
              <a:rPr lang="en-US" sz="6000"/>
              <a:t>2. Dataset Builder</a:t>
            </a:r>
          </a:p>
        </p:txBody>
      </p:sp>
    </p:spTree>
    <p:extLst>
      <p:ext uri="{BB962C8B-B14F-4D97-AF65-F5344CB8AC3E}">
        <p14:creationId xmlns:p14="http://schemas.microsoft.com/office/powerpoint/2010/main" val="365664226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B2F9950D-DC1A-A71E-FDB4-71EB74FE89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5" name="직선 화살표 연결선 34">
            <a:extLst>
              <a:ext uri="{FF2B5EF4-FFF2-40B4-BE49-F238E27FC236}">
                <a16:creationId xmlns:a16="http://schemas.microsoft.com/office/drawing/2014/main" id="{4A5776A1-BAA1-69BA-7E9F-134205C91864}"/>
              </a:ext>
            </a:extLst>
          </p:cNvPr>
          <p:cNvCxnSpPr>
            <a:cxnSpLocks/>
          </p:cNvCxnSpPr>
          <p:nvPr/>
        </p:nvCxnSpPr>
        <p:spPr>
          <a:xfrm>
            <a:off x="6207512" y="312234"/>
            <a:ext cx="546847" cy="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61AA57B0-E562-079F-FB10-369563421268}"/>
              </a:ext>
            </a:extLst>
          </p:cNvPr>
          <p:cNvSpPr txBox="1"/>
          <p:nvPr/>
        </p:nvSpPr>
        <p:spPr>
          <a:xfrm>
            <a:off x="4316346" y="189123"/>
            <a:ext cx="1779654" cy="246221"/>
          </a:xfrm>
          <a:prstGeom prst="rect">
            <a:avLst/>
          </a:prstGeom>
          <a:solidFill>
            <a:srgbClr val="FFC000"/>
          </a:solidFill>
        </p:spPr>
        <p:txBody>
          <a:bodyPr wrap="none" rtlCol="0">
            <a:spAutoFit/>
          </a:bodyPr>
          <a:lstStyle/>
          <a:p>
            <a:pPr algn="l"/>
            <a:r>
              <a:rPr lang="en-US" altLang="ko-KR" sz="1000" dirty="0"/>
              <a:t>The current page is underlined</a:t>
            </a:r>
          </a:p>
        </p:txBody>
      </p:sp>
      <p:cxnSp>
        <p:nvCxnSpPr>
          <p:cNvPr id="11" name="직선 화살표 연결선 34">
            <a:extLst>
              <a:ext uri="{FF2B5EF4-FFF2-40B4-BE49-F238E27FC236}">
                <a16:creationId xmlns:a16="http://schemas.microsoft.com/office/drawing/2014/main" id="{811D1961-8173-2685-00F8-0F034C6597DA}"/>
              </a:ext>
            </a:extLst>
          </p:cNvPr>
          <p:cNvCxnSpPr>
            <a:cxnSpLocks/>
          </p:cNvCxnSpPr>
          <p:nvPr/>
        </p:nvCxnSpPr>
        <p:spPr>
          <a:xfrm>
            <a:off x="8512097" y="932985"/>
            <a:ext cx="546847" cy="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26E8A4F-01E9-329D-2708-59E5E74105F8}"/>
              </a:ext>
            </a:extLst>
          </p:cNvPr>
          <p:cNvSpPr txBox="1"/>
          <p:nvPr/>
        </p:nvSpPr>
        <p:spPr>
          <a:xfrm>
            <a:off x="4316346" y="809874"/>
            <a:ext cx="4089581" cy="246221"/>
          </a:xfrm>
          <a:prstGeom prst="rect">
            <a:avLst/>
          </a:prstGeom>
          <a:solidFill>
            <a:srgbClr val="FFC000"/>
          </a:solidFill>
        </p:spPr>
        <p:txBody>
          <a:bodyPr wrap="none" rtlCol="0">
            <a:spAutoFit/>
          </a:bodyPr>
          <a:lstStyle/>
          <a:p>
            <a:pPr algn="l"/>
            <a:r>
              <a:rPr lang="en-US" altLang="ko-KR" sz="1000" dirty="0"/>
              <a:t>The progress indicator to help user keep track of where he is in the process</a:t>
            </a:r>
          </a:p>
        </p:txBody>
      </p:sp>
      <p:sp>
        <p:nvSpPr>
          <p:cNvPr id="13" name="TextBox 12">
            <a:extLst>
              <a:ext uri="{FF2B5EF4-FFF2-40B4-BE49-F238E27FC236}">
                <a16:creationId xmlns:a16="http://schemas.microsoft.com/office/drawing/2014/main" id="{877C264D-B446-DDFE-1A2F-6C4A2F80D4BF}"/>
              </a:ext>
            </a:extLst>
          </p:cNvPr>
          <p:cNvSpPr txBox="1"/>
          <p:nvPr/>
        </p:nvSpPr>
        <p:spPr>
          <a:xfrm>
            <a:off x="9514371" y="1162329"/>
            <a:ext cx="2361678" cy="400110"/>
          </a:xfrm>
          <a:prstGeom prst="rect">
            <a:avLst/>
          </a:prstGeom>
          <a:solidFill>
            <a:srgbClr val="FFC000"/>
          </a:solidFill>
        </p:spPr>
        <p:txBody>
          <a:bodyPr wrap="square" rtlCol="0">
            <a:spAutoFit/>
          </a:bodyPr>
          <a:lstStyle/>
          <a:p>
            <a:pPr algn="l"/>
            <a:r>
              <a:rPr lang="en-US" altLang="ko-KR" sz="1000" dirty="0"/>
              <a:t>The current page is highlighted in orange and will turn green once completed</a:t>
            </a:r>
          </a:p>
        </p:txBody>
      </p:sp>
      <p:cxnSp>
        <p:nvCxnSpPr>
          <p:cNvPr id="14" name="직선 화살표 연결선 34">
            <a:extLst>
              <a:ext uri="{FF2B5EF4-FFF2-40B4-BE49-F238E27FC236}">
                <a16:creationId xmlns:a16="http://schemas.microsoft.com/office/drawing/2014/main" id="{F372CEA4-8511-D3B9-39B1-09C84FED9FF3}"/>
              </a:ext>
            </a:extLst>
          </p:cNvPr>
          <p:cNvCxnSpPr>
            <a:cxnSpLocks/>
          </p:cNvCxnSpPr>
          <p:nvPr/>
        </p:nvCxnSpPr>
        <p:spPr>
          <a:xfrm flipV="1">
            <a:off x="10380144" y="932984"/>
            <a:ext cx="0" cy="294917"/>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직선 화살표 연결선 34">
            <a:extLst>
              <a:ext uri="{FF2B5EF4-FFF2-40B4-BE49-F238E27FC236}">
                <a16:creationId xmlns:a16="http://schemas.microsoft.com/office/drawing/2014/main" id="{4E30D4F1-629E-8D2D-C6E9-D0EED1F41737}"/>
              </a:ext>
            </a:extLst>
          </p:cNvPr>
          <p:cNvCxnSpPr>
            <a:cxnSpLocks/>
          </p:cNvCxnSpPr>
          <p:nvPr/>
        </p:nvCxnSpPr>
        <p:spPr>
          <a:xfrm flipV="1">
            <a:off x="4622398" y="1414980"/>
            <a:ext cx="0" cy="294917"/>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133AD29-63B6-2AC2-BFDA-7031F3D2DAD0}"/>
              </a:ext>
            </a:extLst>
          </p:cNvPr>
          <p:cNvSpPr txBox="1"/>
          <p:nvPr/>
        </p:nvSpPr>
        <p:spPr>
          <a:xfrm>
            <a:off x="3899283" y="1725210"/>
            <a:ext cx="1446230" cy="246221"/>
          </a:xfrm>
          <a:prstGeom prst="rect">
            <a:avLst/>
          </a:prstGeom>
          <a:solidFill>
            <a:srgbClr val="FFC000"/>
          </a:solidFill>
        </p:spPr>
        <p:txBody>
          <a:bodyPr wrap="none" rtlCol="0">
            <a:spAutoFit/>
          </a:bodyPr>
          <a:lstStyle/>
          <a:p>
            <a:pPr algn="l"/>
            <a:r>
              <a:rPr lang="en-US" altLang="ko-KR" sz="1000" dirty="0"/>
              <a:t>If this button is clicked…</a:t>
            </a:r>
          </a:p>
        </p:txBody>
      </p:sp>
      <p:sp>
        <p:nvSpPr>
          <p:cNvPr id="18" name="TextBox 17">
            <a:extLst>
              <a:ext uri="{FF2B5EF4-FFF2-40B4-BE49-F238E27FC236}">
                <a16:creationId xmlns:a16="http://schemas.microsoft.com/office/drawing/2014/main" id="{05330A2F-CEAC-5521-C2F9-31C523BD7CFA}"/>
              </a:ext>
            </a:extLst>
          </p:cNvPr>
          <p:cNvSpPr txBox="1"/>
          <p:nvPr/>
        </p:nvSpPr>
        <p:spPr>
          <a:xfrm>
            <a:off x="1168562" y="3360010"/>
            <a:ext cx="3564630" cy="369332"/>
          </a:xfrm>
          <a:prstGeom prst="rect">
            <a:avLst/>
          </a:prstGeom>
          <a:solidFill>
            <a:srgbClr val="FFC000"/>
          </a:solidFill>
        </p:spPr>
        <p:txBody>
          <a:bodyPr wrap="none" rtlCol="0">
            <a:spAutoFit/>
          </a:bodyPr>
          <a:lstStyle/>
          <a:p>
            <a:r>
              <a:rPr lang="en-US" dirty="0"/>
              <a:t>A list of files for building the dataset</a:t>
            </a:r>
            <a:endParaRPr lang="en-US" altLang="ko-KR" dirty="0"/>
          </a:p>
        </p:txBody>
      </p:sp>
      <p:sp>
        <p:nvSpPr>
          <p:cNvPr id="20" name="TextBox 19">
            <a:extLst>
              <a:ext uri="{FF2B5EF4-FFF2-40B4-BE49-F238E27FC236}">
                <a16:creationId xmlns:a16="http://schemas.microsoft.com/office/drawing/2014/main" id="{ADD276EE-170C-8684-BE3D-F6BE970AB597}"/>
              </a:ext>
            </a:extLst>
          </p:cNvPr>
          <p:cNvSpPr txBox="1"/>
          <p:nvPr/>
        </p:nvSpPr>
        <p:spPr>
          <a:xfrm>
            <a:off x="7758378" y="3360010"/>
            <a:ext cx="2793009" cy="369332"/>
          </a:xfrm>
          <a:prstGeom prst="rect">
            <a:avLst/>
          </a:prstGeom>
          <a:solidFill>
            <a:srgbClr val="FFC000"/>
          </a:solidFill>
        </p:spPr>
        <p:txBody>
          <a:bodyPr wrap="none" rtlCol="0">
            <a:spAutoFit/>
          </a:bodyPr>
          <a:lstStyle/>
          <a:p>
            <a:r>
              <a:rPr lang="en-US" dirty="0"/>
              <a:t>Inputs &amp; Outputs of dataset</a:t>
            </a:r>
            <a:endParaRPr lang="en-US" altLang="ko-KR" dirty="0"/>
          </a:p>
        </p:txBody>
      </p:sp>
    </p:spTree>
    <p:extLst>
      <p:ext uri="{BB962C8B-B14F-4D97-AF65-F5344CB8AC3E}">
        <p14:creationId xmlns:p14="http://schemas.microsoft.com/office/powerpoint/2010/main" val="2429224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9B56392B-AAA5-23FD-FD42-8B63923AE7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5B29C8FB-96C7-D7EB-9863-4F7A2B0128A8}"/>
              </a:ext>
            </a:extLst>
          </p:cNvPr>
          <p:cNvSpPr txBox="1"/>
          <p:nvPr/>
        </p:nvSpPr>
        <p:spPr>
          <a:xfrm>
            <a:off x="4360583" y="4571999"/>
            <a:ext cx="4260903" cy="646331"/>
          </a:xfrm>
          <a:prstGeom prst="rect">
            <a:avLst/>
          </a:prstGeom>
          <a:solidFill>
            <a:srgbClr val="FFC000"/>
          </a:solidFill>
        </p:spPr>
        <p:txBody>
          <a:bodyPr wrap="square" rtlCol="0">
            <a:spAutoFit/>
          </a:bodyPr>
          <a:lstStyle/>
          <a:p>
            <a:r>
              <a:rPr lang="en-US" dirty="0"/>
              <a:t>An open folder dialog pops up to select the folder containing the experimental data</a:t>
            </a:r>
            <a:endParaRPr lang="en-US" altLang="ko-KR" dirty="0"/>
          </a:p>
        </p:txBody>
      </p:sp>
    </p:spTree>
    <p:extLst>
      <p:ext uri="{BB962C8B-B14F-4D97-AF65-F5344CB8AC3E}">
        <p14:creationId xmlns:p14="http://schemas.microsoft.com/office/powerpoint/2010/main" val="2528248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76DD876A-26E6-7D25-8AF6-A87789B74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B05232D4-26E7-D4C9-98B3-5D01CFCD9A37}"/>
              </a:ext>
            </a:extLst>
          </p:cNvPr>
          <p:cNvSpPr txBox="1"/>
          <p:nvPr/>
        </p:nvSpPr>
        <p:spPr>
          <a:xfrm>
            <a:off x="3687963" y="4131127"/>
            <a:ext cx="4704923" cy="646331"/>
          </a:xfrm>
          <a:prstGeom prst="rect">
            <a:avLst/>
          </a:prstGeom>
          <a:solidFill>
            <a:srgbClr val="FFC000"/>
          </a:solidFill>
        </p:spPr>
        <p:txBody>
          <a:bodyPr wrap="square" rtlCol="0">
            <a:spAutoFit/>
          </a:bodyPr>
          <a:lstStyle/>
          <a:p>
            <a:r>
              <a:rPr lang="en-GB" dirty="0"/>
              <a:t>If the user selects a folder that does not contain any .h5 files, this message will appear</a:t>
            </a:r>
            <a:endParaRPr lang="en-US" altLang="ko-KR" dirty="0"/>
          </a:p>
        </p:txBody>
      </p:sp>
    </p:spTree>
    <p:extLst>
      <p:ext uri="{BB962C8B-B14F-4D97-AF65-F5344CB8AC3E}">
        <p14:creationId xmlns:p14="http://schemas.microsoft.com/office/powerpoint/2010/main" val="1669595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1550345C-7124-2CDD-EB14-04331E7BAC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19C7BBCF-FC53-C567-6D8B-DE24C9D9150A}"/>
              </a:ext>
            </a:extLst>
          </p:cNvPr>
          <p:cNvSpPr txBox="1"/>
          <p:nvPr/>
        </p:nvSpPr>
        <p:spPr>
          <a:xfrm>
            <a:off x="2365349" y="3449792"/>
            <a:ext cx="2908779" cy="461665"/>
          </a:xfrm>
          <a:prstGeom prst="rect">
            <a:avLst/>
          </a:prstGeom>
          <a:solidFill>
            <a:srgbClr val="FFC000"/>
          </a:solidFill>
        </p:spPr>
        <p:txBody>
          <a:bodyPr wrap="square" rtlCol="0">
            <a:spAutoFit/>
          </a:bodyPr>
          <a:lstStyle/>
          <a:p>
            <a:r>
              <a:rPr lang="en-GB" sz="1200" dirty="0"/>
              <a:t>A list of .h5 files in the folder appears here. These files contain sensor data </a:t>
            </a:r>
            <a:endParaRPr lang="en-US" altLang="ko-KR" sz="1200" dirty="0"/>
          </a:p>
        </p:txBody>
      </p:sp>
      <p:sp>
        <p:nvSpPr>
          <p:cNvPr id="4" name="TextBox 3">
            <a:extLst>
              <a:ext uri="{FF2B5EF4-FFF2-40B4-BE49-F238E27FC236}">
                <a16:creationId xmlns:a16="http://schemas.microsoft.com/office/drawing/2014/main" id="{A0A735B0-FF24-0F24-F911-E046B348879B}"/>
              </a:ext>
            </a:extLst>
          </p:cNvPr>
          <p:cNvSpPr txBox="1"/>
          <p:nvPr/>
        </p:nvSpPr>
        <p:spPr>
          <a:xfrm>
            <a:off x="1842834" y="6242956"/>
            <a:ext cx="2647523" cy="400110"/>
          </a:xfrm>
          <a:prstGeom prst="rect">
            <a:avLst/>
          </a:prstGeom>
          <a:solidFill>
            <a:srgbClr val="FFC000"/>
          </a:solidFill>
        </p:spPr>
        <p:txBody>
          <a:bodyPr wrap="square" rtlCol="0">
            <a:spAutoFit/>
          </a:bodyPr>
          <a:lstStyle/>
          <a:p>
            <a:r>
              <a:rPr lang="en-GB" sz="1000" b="0" i="0" u="none" strike="noStrike" dirty="0">
                <a:solidFill>
                  <a:srgbClr val="000000"/>
                </a:solidFill>
                <a:effectLst/>
              </a:rPr>
              <a:t>In case there’s a large dataset, we’ve included pagination to help navigate through it</a:t>
            </a:r>
            <a:endParaRPr lang="en-US" altLang="ko-KR" sz="1000" dirty="0"/>
          </a:p>
        </p:txBody>
      </p:sp>
      <p:cxnSp>
        <p:nvCxnSpPr>
          <p:cNvPr id="5" name="직선 화살표 연결선 106">
            <a:extLst>
              <a:ext uri="{FF2B5EF4-FFF2-40B4-BE49-F238E27FC236}">
                <a16:creationId xmlns:a16="http://schemas.microsoft.com/office/drawing/2014/main" id="{2FA143C1-625C-4921-7A6C-EC14A674E900}"/>
              </a:ext>
            </a:extLst>
          </p:cNvPr>
          <p:cNvCxnSpPr>
            <a:cxnSpLocks/>
          </p:cNvCxnSpPr>
          <p:nvPr/>
        </p:nvCxnSpPr>
        <p:spPr>
          <a:xfrm flipV="1">
            <a:off x="3207870" y="5976257"/>
            <a:ext cx="0" cy="266699"/>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12E7D53F-6C9D-F034-9F87-2F6FC7252C1B}"/>
              </a:ext>
            </a:extLst>
          </p:cNvPr>
          <p:cNvSpPr txBox="1"/>
          <p:nvPr/>
        </p:nvSpPr>
        <p:spPr>
          <a:xfrm>
            <a:off x="2033334" y="1601786"/>
            <a:ext cx="4062666" cy="246221"/>
          </a:xfrm>
          <a:prstGeom prst="rect">
            <a:avLst/>
          </a:prstGeom>
          <a:solidFill>
            <a:srgbClr val="FFC000"/>
          </a:solidFill>
        </p:spPr>
        <p:txBody>
          <a:bodyPr wrap="square" rtlCol="0">
            <a:spAutoFit/>
          </a:bodyPr>
          <a:lstStyle/>
          <a:p>
            <a:r>
              <a:rPr lang="en-GB" sz="1000" b="0" i="0" u="none" strike="noStrike" dirty="0">
                <a:solidFill>
                  <a:srgbClr val="000000"/>
                </a:solidFill>
                <a:effectLst/>
              </a:rPr>
              <a:t>If the user knows exactly the file number to select, just enter it here</a:t>
            </a:r>
            <a:endParaRPr lang="en-US" altLang="ko-KR" sz="1000" dirty="0"/>
          </a:p>
        </p:txBody>
      </p:sp>
      <p:cxnSp>
        <p:nvCxnSpPr>
          <p:cNvPr id="9" name="직선 화살표 연결선 106">
            <a:extLst>
              <a:ext uri="{FF2B5EF4-FFF2-40B4-BE49-F238E27FC236}">
                <a16:creationId xmlns:a16="http://schemas.microsoft.com/office/drawing/2014/main" id="{16316C35-FCCC-F261-0D9D-C26E23CB0EC9}"/>
              </a:ext>
            </a:extLst>
          </p:cNvPr>
          <p:cNvCxnSpPr>
            <a:cxnSpLocks/>
          </p:cNvCxnSpPr>
          <p:nvPr/>
        </p:nvCxnSpPr>
        <p:spPr>
          <a:xfrm flipH="1">
            <a:off x="1675252" y="1751622"/>
            <a:ext cx="335163" cy="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4032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4A167A1E-B215-10EE-A138-39A3A58B15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24E8993E-622D-1486-3907-6884E85563C2}"/>
              </a:ext>
            </a:extLst>
          </p:cNvPr>
          <p:cNvSpPr txBox="1"/>
          <p:nvPr/>
        </p:nvSpPr>
        <p:spPr>
          <a:xfrm>
            <a:off x="2332692" y="2257806"/>
            <a:ext cx="3594580" cy="461665"/>
          </a:xfrm>
          <a:prstGeom prst="rect">
            <a:avLst/>
          </a:prstGeom>
          <a:solidFill>
            <a:srgbClr val="FFC000"/>
          </a:solidFill>
        </p:spPr>
        <p:txBody>
          <a:bodyPr wrap="square" rtlCol="0">
            <a:spAutoFit/>
          </a:bodyPr>
          <a:lstStyle/>
          <a:p>
            <a:r>
              <a:rPr lang="en-GB" sz="1200" dirty="0"/>
              <a:t>The user can also delete one or more files by selecting them and clicking the 'Delete data' button</a:t>
            </a:r>
            <a:endParaRPr lang="en-US" altLang="ko-KR" sz="1200" dirty="0"/>
          </a:p>
        </p:txBody>
      </p:sp>
      <p:cxnSp>
        <p:nvCxnSpPr>
          <p:cNvPr id="4" name="직선 화살표 연결선 106">
            <a:extLst>
              <a:ext uri="{FF2B5EF4-FFF2-40B4-BE49-F238E27FC236}">
                <a16:creationId xmlns:a16="http://schemas.microsoft.com/office/drawing/2014/main" id="{CF7312BC-F49B-3967-A2BD-7434F42908AC}"/>
              </a:ext>
            </a:extLst>
          </p:cNvPr>
          <p:cNvCxnSpPr>
            <a:cxnSpLocks/>
          </p:cNvCxnSpPr>
          <p:nvPr/>
        </p:nvCxnSpPr>
        <p:spPr>
          <a:xfrm flipV="1">
            <a:off x="4490357" y="1469571"/>
            <a:ext cx="1012372" cy="788235"/>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 name="직선 화살표 연결선 106">
            <a:extLst>
              <a:ext uri="{FF2B5EF4-FFF2-40B4-BE49-F238E27FC236}">
                <a16:creationId xmlns:a16="http://schemas.microsoft.com/office/drawing/2014/main" id="{6E131621-F772-290C-C0B1-9C6E61793A9B}"/>
              </a:ext>
            </a:extLst>
          </p:cNvPr>
          <p:cNvCxnSpPr>
            <a:cxnSpLocks/>
          </p:cNvCxnSpPr>
          <p:nvPr/>
        </p:nvCxnSpPr>
        <p:spPr>
          <a:xfrm>
            <a:off x="3953515" y="2719471"/>
            <a:ext cx="0" cy="333972"/>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0699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FB14AD4-1843-F102-0892-8AC5FA085D7D}"/>
              </a:ext>
            </a:extLst>
          </p:cNvPr>
          <p:cNvSpPr txBox="1"/>
          <p:nvPr/>
        </p:nvSpPr>
        <p:spPr>
          <a:xfrm>
            <a:off x="3049361" y="3105835"/>
            <a:ext cx="6098720" cy="369332"/>
          </a:xfrm>
          <a:prstGeom prst="rect">
            <a:avLst/>
          </a:prstGeom>
          <a:noFill/>
        </p:spPr>
        <p:txBody>
          <a:bodyPr wrap="square">
            <a:spAutoFit/>
          </a:bodyPr>
          <a:lstStyle/>
          <a:p>
            <a:endParaRPr lang="en-FR" dirty="0"/>
          </a:p>
        </p:txBody>
      </p:sp>
      <p:pic>
        <p:nvPicPr>
          <p:cNvPr id="10" name="Picture 9" descr="A screenshot of a computer&#10;&#10;Description automatically generated">
            <a:extLst>
              <a:ext uri="{FF2B5EF4-FFF2-40B4-BE49-F238E27FC236}">
                <a16:creationId xmlns:a16="http://schemas.microsoft.com/office/drawing/2014/main" id="{C60C05E8-573A-96EC-436F-5B6424339F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TextBox 10">
            <a:extLst>
              <a:ext uri="{FF2B5EF4-FFF2-40B4-BE49-F238E27FC236}">
                <a16:creationId xmlns:a16="http://schemas.microsoft.com/office/drawing/2014/main" id="{E4EE33CD-0B26-A998-A69D-3E04F54FD065}"/>
              </a:ext>
            </a:extLst>
          </p:cNvPr>
          <p:cNvSpPr txBox="1"/>
          <p:nvPr/>
        </p:nvSpPr>
        <p:spPr>
          <a:xfrm>
            <a:off x="7526637" y="3182779"/>
            <a:ext cx="3242887" cy="246221"/>
          </a:xfrm>
          <a:prstGeom prst="rect">
            <a:avLst/>
          </a:prstGeom>
          <a:solidFill>
            <a:srgbClr val="FFC000"/>
          </a:solidFill>
        </p:spPr>
        <p:txBody>
          <a:bodyPr wrap="square" rtlCol="0">
            <a:spAutoFit/>
          </a:bodyPr>
          <a:lstStyle/>
          <a:p>
            <a:r>
              <a:rPr lang="en-GB" sz="1000" dirty="0">
                <a:solidFill>
                  <a:srgbClr val="000000"/>
                </a:solidFill>
              </a:rPr>
              <a:t>Th</a:t>
            </a:r>
            <a:r>
              <a:rPr lang="en-GB" sz="1000" i="0" u="none" strike="noStrike" dirty="0">
                <a:solidFill>
                  <a:srgbClr val="000000"/>
                </a:solidFill>
                <a:effectLst/>
              </a:rPr>
              <a:t>e user chooses which sensors he wants to use as inputs</a:t>
            </a:r>
            <a:endParaRPr lang="en-FR" sz="1000" dirty="0"/>
          </a:p>
        </p:txBody>
      </p:sp>
      <p:sp>
        <p:nvSpPr>
          <p:cNvPr id="12" name="TextBox 11">
            <a:extLst>
              <a:ext uri="{FF2B5EF4-FFF2-40B4-BE49-F238E27FC236}">
                <a16:creationId xmlns:a16="http://schemas.microsoft.com/office/drawing/2014/main" id="{455C9A1D-E74A-AC6B-F2FA-61C1CDC276BB}"/>
              </a:ext>
            </a:extLst>
          </p:cNvPr>
          <p:cNvSpPr txBox="1"/>
          <p:nvPr/>
        </p:nvSpPr>
        <p:spPr>
          <a:xfrm>
            <a:off x="2348458" y="2701502"/>
            <a:ext cx="2869929" cy="276999"/>
          </a:xfrm>
          <a:prstGeom prst="rect">
            <a:avLst/>
          </a:prstGeom>
          <a:solidFill>
            <a:srgbClr val="FFC000"/>
          </a:solidFill>
        </p:spPr>
        <p:txBody>
          <a:bodyPr wrap="square" rtlCol="0">
            <a:spAutoFit/>
          </a:bodyPr>
          <a:lstStyle/>
          <a:p>
            <a:r>
              <a:rPr lang="en-GB" sz="1200" dirty="0"/>
              <a:t>As we can see, the file has been removed</a:t>
            </a:r>
            <a:endParaRPr lang="en-US" altLang="ko-KR" sz="1200" dirty="0"/>
          </a:p>
        </p:txBody>
      </p:sp>
      <p:sp>
        <p:nvSpPr>
          <p:cNvPr id="13" name="직사각형 30">
            <a:extLst>
              <a:ext uri="{FF2B5EF4-FFF2-40B4-BE49-F238E27FC236}">
                <a16:creationId xmlns:a16="http://schemas.microsoft.com/office/drawing/2014/main" id="{F4709642-8966-6D3C-7352-211D6FBC95A4}"/>
              </a:ext>
            </a:extLst>
          </p:cNvPr>
          <p:cNvSpPr/>
          <p:nvPr/>
        </p:nvSpPr>
        <p:spPr>
          <a:xfrm>
            <a:off x="7526637" y="4650441"/>
            <a:ext cx="3890342" cy="539225"/>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solidFill>
                  <a:srgbClr val="000000"/>
                </a:solidFill>
              </a:rPr>
              <a:t>The o</a:t>
            </a:r>
            <a:r>
              <a:rPr lang="en-GB" sz="1000" b="0" i="0" u="none" strike="noStrike" dirty="0">
                <a:solidFill>
                  <a:srgbClr val="000000"/>
                </a:solidFill>
                <a:effectLst/>
              </a:rPr>
              <a:t>utput is preselected by default and it represents the button that was pressed during data collection</a:t>
            </a:r>
            <a:endParaRPr lang="en-US" sz="1000" dirty="0">
              <a:solidFill>
                <a:schemeClr val="tx1"/>
              </a:solidFill>
            </a:endParaRPr>
          </a:p>
        </p:txBody>
      </p:sp>
    </p:spTree>
    <p:extLst>
      <p:ext uri="{BB962C8B-B14F-4D97-AF65-F5344CB8AC3E}">
        <p14:creationId xmlns:p14="http://schemas.microsoft.com/office/powerpoint/2010/main" val="113032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0D4C7E2B-24F3-A7F4-D0A2-33F64FA229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3128ACFF-68C2-1FE8-3E2D-3E9B94475370}"/>
              </a:ext>
            </a:extLst>
          </p:cNvPr>
          <p:cNvSpPr txBox="1"/>
          <p:nvPr/>
        </p:nvSpPr>
        <p:spPr>
          <a:xfrm>
            <a:off x="10478209" y="5691351"/>
            <a:ext cx="1713791" cy="276999"/>
          </a:xfrm>
          <a:prstGeom prst="rect">
            <a:avLst/>
          </a:prstGeom>
          <a:solidFill>
            <a:srgbClr val="FFC000"/>
          </a:solidFill>
        </p:spPr>
        <p:txBody>
          <a:bodyPr wrap="square" rtlCol="0">
            <a:spAutoFit/>
          </a:bodyPr>
          <a:lstStyle/>
          <a:p>
            <a:r>
              <a:rPr lang="en-GB" altLang="ko-KR" sz="1200" dirty="0"/>
              <a:t>If this button is clicked</a:t>
            </a:r>
            <a:endParaRPr lang="en-US" altLang="ko-KR" sz="1200" dirty="0"/>
          </a:p>
        </p:txBody>
      </p:sp>
      <p:cxnSp>
        <p:nvCxnSpPr>
          <p:cNvPr id="4" name="직선 화살표 연결선 106">
            <a:extLst>
              <a:ext uri="{FF2B5EF4-FFF2-40B4-BE49-F238E27FC236}">
                <a16:creationId xmlns:a16="http://schemas.microsoft.com/office/drawing/2014/main" id="{D6544FAF-A1EB-306A-04E4-BA7D3B03BC84}"/>
              </a:ext>
            </a:extLst>
          </p:cNvPr>
          <p:cNvCxnSpPr>
            <a:cxnSpLocks/>
          </p:cNvCxnSpPr>
          <p:nvPr/>
        </p:nvCxnSpPr>
        <p:spPr>
          <a:xfrm>
            <a:off x="11473667" y="5968350"/>
            <a:ext cx="0" cy="333972"/>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F2700837-A472-D219-3179-202DC72925C3}"/>
              </a:ext>
            </a:extLst>
          </p:cNvPr>
          <p:cNvSpPr txBox="1"/>
          <p:nvPr/>
        </p:nvSpPr>
        <p:spPr>
          <a:xfrm>
            <a:off x="4529655" y="4188372"/>
            <a:ext cx="3416165" cy="461665"/>
          </a:xfrm>
          <a:prstGeom prst="rect">
            <a:avLst/>
          </a:prstGeom>
          <a:solidFill>
            <a:srgbClr val="FFC000"/>
          </a:solidFill>
        </p:spPr>
        <p:txBody>
          <a:bodyPr wrap="square" rtlCol="0">
            <a:spAutoFit/>
          </a:bodyPr>
          <a:lstStyle/>
          <a:p>
            <a:r>
              <a:rPr lang="en-GB" altLang="ko-KR" sz="1200" dirty="0"/>
              <a:t>A file verification window pops up with the number of files to make sure that there is no missing file</a:t>
            </a:r>
            <a:endParaRPr lang="en-US" altLang="ko-KR" sz="1200" dirty="0"/>
          </a:p>
        </p:txBody>
      </p:sp>
      <p:cxnSp>
        <p:nvCxnSpPr>
          <p:cNvPr id="6" name="직선 화살표 연결선 106">
            <a:extLst>
              <a:ext uri="{FF2B5EF4-FFF2-40B4-BE49-F238E27FC236}">
                <a16:creationId xmlns:a16="http://schemas.microsoft.com/office/drawing/2014/main" id="{87BBDC91-2F4B-D758-807E-7B312F74EA11}"/>
              </a:ext>
            </a:extLst>
          </p:cNvPr>
          <p:cNvCxnSpPr>
            <a:cxnSpLocks/>
          </p:cNvCxnSpPr>
          <p:nvPr/>
        </p:nvCxnSpPr>
        <p:spPr>
          <a:xfrm flipV="1">
            <a:off x="6096000" y="3749438"/>
            <a:ext cx="0" cy="438934"/>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4675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CF4E4F05-B55C-D176-07F0-D262C560B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2F6A1D5B-782A-78CB-D279-D6A820E9C631}"/>
              </a:ext>
            </a:extLst>
          </p:cNvPr>
          <p:cNvSpPr txBox="1"/>
          <p:nvPr/>
        </p:nvSpPr>
        <p:spPr>
          <a:xfrm>
            <a:off x="9453451" y="5644054"/>
            <a:ext cx="1713791" cy="276999"/>
          </a:xfrm>
          <a:prstGeom prst="rect">
            <a:avLst/>
          </a:prstGeom>
          <a:solidFill>
            <a:srgbClr val="FFC000"/>
          </a:solidFill>
        </p:spPr>
        <p:txBody>
          <a:bodyPr wrap="square" rtlCol="0">
            <a:spAutoFit/>
          </a:bodyPr>
          <a:lstStyle/>
          <a:p>
            <a:r>
              <a:rPr lang="en-GB" altLang="ko-KR" sz="1200" dirty="0"/>
              <a:t>If this button is clicked</a:t>
            </a:r>
            <a:endParaRPr lang="en-US" altLang="ko-KR" sz="1200" dirty="0"/>
          </a:p>
        </p:txBody>
      </p:sp>
      <p:cxnSp>
        <p:nvCxnSpPr>
          <p:cNvPr id="4" name="직선 화살표 연결선 106">
            <a:extLst>
              <a:ext uri="{FF2B5EF4-FFF2-40B4-BE49-F238E27FC236}">
                <a16:creationId xmlns:a16="http://schemas.microsoft.com/office/drawing/2014/main" id="{94CBEE61-E38C-2B52-5280-7877BFEB61AF}"/>
              </a:ext>
            </a:extLst>
          </p:cNvPr>
          <p:cNvCxnSpPr>
            <a:cxnSpLocks/>
          </p:cNvCxnSpPr>
          <p:nvPr/>
        </p:nvCxnSpPr>
        <p:spPr>
          <a:xfrm>
            <a:off x="10180894" y="5921053"/>
            <a:ext cx="0" cy="333972"/>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3FE1A2F-1467-6EB1-1304-E3881F24533D}"/>
              </a:ext>
            </a:extLst>
          </p:cNvPr>
          <p:cNvSpPr txBox="1"/>
          <p:nvPr/>
        </p:nvSpPr>
        <p:spPr>
          <a:xfrm>
            <a:off x="4387917" y="4298731"/>
            <a:ext cx="3416165" cy="461665"/>
          </a:xfrm>
          <a:prstGeom prst="rect">
            <a:avLst/>
          </a:prstGeom>
          <a:solidFill>
            <a:srgbClr val="FFC000"/>
          </a:solidFill>
        </p:spPr>
        <p:txBody>
          <a:bodyPr wrap="square" rtlCol="0">
            <a:spAutoFit/>
          </a:bodyPr>
          <a:lstStyle/>
          <a:p>
            <a:r>
              <a:rPr lang="en-GB" altLang="ko-KR" sz="1200" dirty="0"/>
              <a:t>A window appears to confirm if the dataset is built successfully or not</a:t>
            </a:r>
            <a:endParaRPr lang="en-US" altLang="ko-KR" sz="1200" dirty="0"/>
          </a:p>
        </p:txBody>
      </p:sp>
      <p:cxnSp>
        <p:nvCxnSpPr>
          <p:cNvPr id="10" name="직선 화살표 연결선 106">
            <a:extLst>
              <a:ext uri="{FF2B5EF4-FFF2-40B4-BE49-F238E27FC236}">
                <a16:creationId xmlns:a16="http://schemas.microsoft.com/office/drawing/2014/main" id="{E030CD27-B04D-4C3E-5397-B28DD85ABB05}"/>
              </a:ext>
            </a:extLst>
          </p:cNvPr>
          <p:cNvCxnSpPr>
            <a:cxnSpLocks/>
          </p:cNvCxnSpPr>
          <p:nvPr/>
        </p:nvCxnSpPr>
        <p:spPr>
          <a:xfrm flipV="1">
            <a:off x="6096000" y="3859797"/>
            <a:ext cx="0" cy="438934"/>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9054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1730E644-C846-48B4-D29F-5669B3679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717" y="449317"/>
            <a:ext cx="9464566" cy="5959366"/>
          </a:xfrm>
          <a:prstGeom prst="rect">
            <a:avLst/>
          </a:prstGeom>
        </p:spPr>
      </p:pic>
      <p:sp>
        <p:nvSpPr>
          <p:cNvPr id="5" name="TextBox 4">
            <a:extLst>
              <a:ext uri="{FF2B5EF4-FFF2-40B4-BE49-F238E27FC236}">
                <a16:creationId xmlns:a16="http://schemas.microsoft.com/office/drawing/2014/main" id="{9E2339F9-D221-04A2-A752-F81680BDB3AC}"/>
              </a:ext>
            </a:extLst>
          </p:cNvPr>
          <p:cNvSpPr txBox="1"/>
          <p:nvPr/>
        </p:nvSpPr>
        <p:spPr>
          <a:xfrm>
            <a:off x="4627403" y="543159"/>
            <a:ext cx="4237609" cy="400110"/>
          </a:xfrm>
          <a:prstGeom prst="rect">
            <a:avLst/>
          </a:prstGeom>
          <a:solidFill>
            <a:srgbClr val="FFC000"/>
          </a:solidFill>
        </p:spPr>
        <p:txBody>
          <a:bodyPr wrap="square" rtlCol="0">
            <a:spAutoFit/>
          </a:bodyPr>
          <a:lstStyle/>
          <a:p>
            <a:r>
              <a:rPr lang="en-GB" sz="1000" dirty="0"/>
              <a:t>If the dataset is built successfully, it will be saved inside the </a:t>
            </a:r>
            <a:r>
              <a:rPr lang="en-GB" sz="1000" dirty="0" err="1"/>
              <a:t>NN_Project</a:t>
            </a:r>
            <a:r>
              <a:rPr lang="en-GB" sz="1000" dirty="0"/>
              <a:t>/datasets folder, in a subfolder named dataset followed by its creation number</a:t>
            </a:r>
          </a:p>
        </p:txBody>
      </p:sp>
      <p:cxnSp>
        <p:nvCxnSpPr>
          <p:cNvPr id="6" name="직선 화살표 연결선 106">
            <a:extLst>
              <a:ext uri="{FF2B5EF4-FFF2-40B4-BE49-F238E27FC236}">
                <a16:creationId xmlns:a16="http://schemas.microsoft.com/office/drawing/2014/main" id="{6E379FEC-CAC7-471D-6AF6-FC0ECCF628BC}"/>
              </a:ext>
            </a:extLst>
          </p:cNvPr>
          <p:cNvCxnSpPr>
            <a:cxnSpLocks/>
          </p:cNvCxnSpPr>
          <p:nvPr/>
        </p:nvCxnSpPr>
        <p:spPr>
          <a:xfrm flipH="1">
            <a:off x="3759636" y="642532"/>
            <a:ext cx="867767" cy="585825"/>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직선 화살표 연결선 106">
            <a:extLst>
              <a:ext uri="{FF2B5EF4-FFF2-40B4-BE49-F238E27FC236}">
                <a16:creationId xmlns:a16="http://schemas.microsoft.com/office/drawing/2014/main" id="{D69A1713-0484-C315-1CDA-E5AE220D20FD}"/>
              </a:ext>
            </a:extLst>
          </p:cNvPr>
          <p:cNvCxnSpPr>
            <a:cxnSpLocks/>
          </p:cNvCxnSpPr>
          <p:nvPr/>
        </p:nvCxnSpPr>
        <p:spPr>
          <a:xfrm flipH="1">
            <a:off x="4222723" y="642532"/>
            <a:ext cx="404680" cy="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33" name="Ink 32">
                <a:extLst>
                  <a:ext uri="{FF2B5EF4-FFF2-40B4-BE49-F238E27FC236}">
                    <a16:creationId xmlns:a16="http://schemas.microsoft.com/office/drawing/2014/main" id="{973E3195-A336-7B3A-BAE4-E5C4F003596B}"/>
                  </a:ext>
                </a:extLst>
              </p14:cNvPr>
              <p14:cNvContentPartPr/>
              <p14:nvPr/>
            </p14:nvContentPartPr>
            <p14:xfrm>
              <a:off x="3104070" y="1327015"/>
              <a:ext cx="1319040" cy="214200"/>
            </p14:xfrm>
          </p:contentPart>
        </mc:Choice>
        <mc:Fallback xmlns="">
          <p:pic>
            <p:nvPicPr>
              <p:cNvPr id="33" name="Ink 32">
                <a:extLst>
                  <a:ext uri="{FF2B5EF4-FFF2-40B4-BE49-F238E27FC236}">
                    <a16:creationId xmlns:a16="http://schemas.microsoft.com/office/drawing/2014/main" id="{973E3195-A336-7B3A-BAE4-E5C4F003596B}"/>
                  </a:ext>
                </a:extLst>
              </p:cNvPr>
              <p:cNvPicPr/>
              <p:nvPr/>
            </p:nvPicPr>
            <p:blipFill>
              <a:blip r:embed="rId4"/>
              <a:stretch>
                <a:fillRect/>
              </a:stretch>
            </p:blipFill>
            <p:spPr>
              <a:xfrm>
                <a:off x="3095430" y="1318015"/>
                <a:ext cx="1336680" cy="231840"/>
              </a:xfrm>
              <a:prstGeom prst="rect">
                <a:avLst/>
              </a:prstGeom>
            </p:spPr>
          </p:pic>
        </mc:Fallback>
      </mc:AlternateContent>
      <p:sp>
        <p:nvSpPr>
          <p:cNvPr id="35" name="TextBox 34">
            <a:extLst>
              <a:ext uri="{FF2B5EF4-FFF2-40B4-BE49-F238E27FC236}">
                <a16:creationId xmlns:a16="http://schemas.microsoft.com/office/drawing/2014/main" id="{5C01FAA5-36B7-1FDB-1877-9A132F83DB4B}"/>
              </a:ext>
            </a:extLst>
          </p:cNvPr>
          <p:cNvSpPr txBox="1"/>
          <p:nvPr/>
        </p:nvSpPr>
        <p:spPr>
          <a:xfrm>
            <a:off x="4903872" y="1311004"/>
            <a:ext cx="1468597" cy="246221"/>
          </a:xfrm>
          <a:prstGeom prst="rect">
            <a:avLst/>
          </a:prstGeom>
          <a:solidFill>
            <a:srgbClr val="FFC000"/>
          </a:solidFill>
        </p:spPr>
        <p:txBody>
          <a:bodyPr wrap="square" rtlCol="0">
            <a:spAutoFit/>
          </a:bodyPr>
          <a:lstStyle/>
          <a:p>
            <a:r>
              <a:rPr lang="en-GB" altLang="ko-KR" sz="1000" dirty="0"/>
              <a:t>If we click this txt file</a:t>
            </a:r>
            <a:endParaRPr lang="en-US" altLang="ko-KR" sz="1000" dirty="0"/>
          </a:p>
        </p:txBody>
      </p:sp>
      <p:cxnSp>
        <p:nvCxnSpPr>
          <p:cNvPr id="36" name="직선 화살표 연결선 106">
            <a:extLst>
              <a:ext uri="{FF2B5EF4-FFF2-40B4-BE49-F238E27FC236}">
                <a16:creationId xmlns:a16="http://schemas.microsoft.com/office/drawing/2014/main" id="{0F4718A1-B45E-9184-90AE-25F6D3F43B1F}"/>
              </a:ext>
            </a:extLst>
          </p:cNvPr>
          <p:cNvCxnSpPr>
            <a:cxnSpLocks/>
          </p:cNvCxnSpPr>
          <p:nvPr/>
        </p:nvCxnSpPr>
        <p:spPr>
          <a:xfrm flipH="1">
            <a:off x="4425063" y="1434114"/>
            <a:ext cx="478809" cy="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8352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5DBC5249-F1DE-F44C-856C-C87A053B5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596288"/>
            <a:ext cx="7772400" cy="5665424"/>
          </a:xfrm>
          <a:prstGeom prst="rect">
            <a:avLst/>
          </a:prstGeom>
        </p:spPr>
      </p:pic>
      <p:sp>
        <p:nvSpPr>
          <p:cNvPr id="5" name="TextBox 4">
            <a:extLst>
              <a:ext uri="{FF2B5EF4-FFF2-40B4-BE49-F238E27FC236}">
                <a16:creationId xmlns:a16="http://schemas.microsoft.com/office/drawing/2014/main" id="{86D5F9A0-1E5D-79BE-4D06-B642FDDB9B21}"/>
              </a:ext>
            </a:extLst>
          </p:cNvPr>
          <p:cNvSpPr txBox="1"/>
          <p:nvPr/>
        </p:nvSpPr>
        <p:spPr>
          <a:xfrm>
            <a:off x="4950960" y="1772529"/>
            <a:ext cx="4319649" cy="307777"/>
          </a:xfrm>
          <a:prstGeom prst="rect">
            <a:avLst/>
          </a:prstGeom>
          <a:solidFill>
            <a:srgbClr val="FFC000"/>
          </a:solidFill>
        </p:spPr>
        <p:txBody>
          <a:bodyPr wrap="square" rtlCol="0">
            <a:spAutoFit/>
          </a:bodyPr>
          <a:lstStyle/>
          <a:p>
            <a:r>
              <a:rPr lang="en-GB" sz="1400" dirty="0"/>
              <a:t>The user dataset’s configurations are saved in this txt file </a:t>
            </a:r>
          </a:p>
        </p:txBody>
      </p:sp>
    </p:spTree>
    <p:extLst>
      <p:ext uri="{BB962C8B-B14F-4D97-AF65-F5344CB8AC3E}">
        <p14:creationId xmlns:p14="http://schemas.microsoft.com/office/powerpoint/2010/main" val="2022397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CF4E4F05-B55C-D176-07F0-D262C560B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D3FE1A2F-1467-6EB1-1304-E3881F24533D}"/>
              </a:ext>
            </a:extLst>
          </p:cNvPr>
          <p:cNvSpPr txBox="1"/>
          <p:nvPr/>
        </p:nvSpPr>
        <p:spPr>
          <a:xfrm>
            <a:off x="4387917" y="4298731"/>
            <a:ext cx="3416165" cy="276999"/>
          </a:xfrm>
          <a:prstGeom prst="rect">
            <a:avLst/>
          </a:prstGeom>
          <a:solidFill>
            <a:srgbClr val="FFC000"/>
          </a:solidFill>
        </p:spPr>
        <p:txBody>
          <a:bodyPr wrap="square" rtlCol="0">
            <a:spAutoFit/>
          </a:bodyPr>
          <a:lstStyle/>
          <a:p>
            <a:r>
              <a:rPr lang="en-GB" altLang="ko-KR" sz="1200" dirty="0"/>
              <a:t>Then if we press ”OK” button</a:t>
            </a:r>
            <a:endParaRPr lang="en-US" altLang="ko-KR" sz="1200" dirty="0"/>
          </a:p>
        </p:txBody>
      </p:sp>
      <p:cxnSp>
        <p:nvCxnSpPr>
          <p:cNvPr id="10" name="직선 화살표 연결선 106">
            <a:extLst>
              <a:ext uri="{FF2B5EF4-FFF2-40B4-BE49-F238E27FC236}">
                <a16:creationId xmlns:a16="http://schemas.microsoft.com/office/drawing/2014/main" id="{E030CD27-B04D-4C3E-5397-B28DD85ABB05}"/>
              </a:ext>
            </a:extLst>
          </p:cNvPr>
          <p:cNvCxnSpPr>
            <a:cxnSpLocks/>
          </p:cNvCxnSpPr>
          <p:nvPr/>
        </p:nvCxnSpPr>
        <p:spPr>
          <a:xfrm flipV="1">
            <a:off x="6096000" y="3698697"/>
            <a:ext cx="1157555" cy="600034"/>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78476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7DF4B-0A6F-D2F2-4C24-9318DEFBA62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699154-313E-490F-AD4D-B142F50A96CB}"/>
              </a:ext>
            </a:extLst>
          </p:cNvPr>
          <p:cNvSpPr txBox="1"/>
          <p:nvPr/>
        </p:nvSpPr>
        <p:spPr>
          <a:xfrm>
            <a:off x="1474238" y="2621902"/>
            <a:ext cx="9013370" cy="1015663"/>
          </a:xfrm>
          <a:prstGeom prst="rect">
            <a:avLst/>
          </a:prstGeom>
          <a:noFill/>
        </p:spPr>
        <p:txBody>
          <a:bodyPr wrap="square" rtlCol="0">
            <a:spAutoFit/>
          </a:bodyPr>
          <a:lstStyle/>
          <a:p>
            <a:pPr algn="l"/>
            <a:r>
              <a:rPr lang="en-US" sz="6000"/>
              <a:t>3. Neural Network Designer</a:t>
            </a:r>
          </a:p>
        </p:txBody>
      </p:sp>
    </p:spTree>
    <p:extLst>
      <p:ext uri="{BB962C8B-B14F-4D97-AF65-F5344CB8AC3E}">
        <p14:creationId xmlns:p14="http://schemas.microsoft.com/office/powerpoint/2010/main" val="322123360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1D00989A-A6F5-C700-DD00-6D60A3FAF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82298A67-C60A-CC93-15D0-E2990ADEE5EA}"/>
              </a:ext>
            </a:extLst>
          </p:cNvPr>
          <p:cNvSpPr txBox="1"/>
          <p:nvPr/>
        </p:nvSpPr>
        <p:spPr>
          <a:xfrm>
            <a:off x="3778128" y="2555021"/>
            <a:ext cx="4353501" cy="830997"/>
          </a:xfrm>
          <a:prstGeom prst="rect">
            <a:avLst/>
          </a:prstGeom>
          <a:solidFill>
            <a:srgbClr val="FFC000"/>
          </a:solidFill>
        </p:spPr>
        <p:txBody>
          <a:bodyPr wrap="square" rtlCol="0">
            <a:spAutoFit/>
          </a:bodyPr>
          <a:lstStyle/>
          <a:p>
            <a:r>
              <a:rPr lang="en-GB" altLang="ko-KR" sz="2400" dirty="0"/>
              <a:t>This page will be opened with all filtered files of the dataset </a:t>
            </a:r>
            <a:endParaRPr lang="en-US" altLang="ko-KR" sz="2400" dirty="0"/>
          </a:p>
        </p:txBody>
      </p:sp>
    </p:spTree>
    <p:extLst>
      <p:ext uri="{BB962C8B-B14F-4D97-AF65-F5344CB8AC3E}">
        <p14:creationId xmlns:p14="http://schemas.microsoft.com/office/powerpoint/2010/main" val="3600801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EA0DF1C4-DF6F-A2B5-780B-C375E73387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0F81E0E7-7912-2939-D33F-DAB1F5F10257}"/>
              </a:ext>
            </a:extLst>
          </p:cNvPr>
          <p:cNvSpPr txBox="1"/>
          <p:nvPr/>
        </p:nvSpPr>
        <p:spPr>
          <a:xfrm>
            <a:off x="2580307" y="3600049"/>
            <a:ext cx="7031386" cy="707886"/>
          </a:xfrm>
          <a:prstGeom prst="rect">
            <a:avLst/>
          </a:prstGeom>
          <a:solidFill>
            <a:srgbClr val="FFC000"/>
          </a:solidFill>
        </p:spPr>
        <p:txBody>
          <a:bodyPr wrap="square" rtlCol="0">
            <a:spAutoFit/>
          </a:bodyPr>
          <a:lstStyle/>
          <a:p>
            <a:r>
              <a:rPr lang="en-GB" altLang="ko-KR" sz="2000" dirty="0"/>
              <a:t>We can also click “Open Dataset…” then select the dataset that we built earlier to navigate directly to the NN Designer window</a:t>
            </a:r>
            <a:endParaRPr lang="en-US" altLang="ko-KR" sz="2000" dirty="0"/>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2A9A8CFD-DDD0-3436-F85F-91AF52DB1C49}"/>
                  </a:ext>
                </a:extLst>
              </p14:cNvPr>
              <p14:cNvContentPartPr/>
              <p14:nvPr/>
            </p14:nvContentPartPr>
            <p14:xfrm>
              <a:off x="5401030" y="1144915"/>
              <a:ext cx="1409400" cy="383400"/>
            </p14:xfrm>
          </p:contentPart>
        </mc:Choice>
        <mc:Fallback>
          <p:pic>
            <p:nvPicPr>
              <p:cNvPr id="9" name="Ink 8">
                <a:extLst>
                  <a:ext uri="{FF2B5EF4-FFF2-40B4-BE49-F238E27FC236}">
                    <a16:creationId xmlns:a16="http://schemas.microsoft.com/office/drawing/2014/main" id="{2A9A8CFD-DDD0-3436-F85F-91AF52DB1C49}"/>
                  </a:ext>
                </a:extLst>
              </p:cNvPr>
              <p:cNvPicPr/>
              <p:nvPr/>
            </p:nvPicPr>
            <p:blipFill>
              <a:blip r:embed="rId4"/>
              <a:stretch>
                <a:fillRect/>
              </a:stretch>
            </p:blipFill>
            <p:spPr>
              <a:xfrm>
                <a:off x="5392030" y="1136275"/>
                <a:ext cx="1427040" cy="4010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8" name="Ink 17">
                <a:extLst>
                  <a:ext uri="{FF2B5EF4-FFF2-40B4-BE49-F238E27FC236}">
                    <a16:creationId xmlns:a16="http://schemas.microsoft.com/office/drawing/2014/main" id="{C702B08A-AE09-8B4E-9F88-6A4A41B65724}"/>
                  </a:ext>
                </a:extLst>
              </p14:cNvPr>
              <p14:cNvContentPartPr/>
              <p14:nvPr/>
            </p14:nvContentPartPr>
            <p14:xfrm>
              <a:off x="4317010" y="3214158"/>
              <a:ext cx="482760" cy="16920"/>
            </p14:xfrm>
          </p:contentPart>
        </mc:Choice>
        <mc:Fallback>
          <p:pic>
            <p:nvPicPr>
              <p:cNvPr id="18" name="Ink 17">
                <a:extLst>
                  <a:ext uri="{FF2B5EF4-FFF2-40B4-BE49-F238E27FC236}">
                    <a16:creationId xmlns:a16="http://schemas.microsoft.com/office/drawing/2014/main" id="{C702B08A-AE09-8B4E-9F88-6A4A41B65724}"/>
                  </a:ext>
                </a:extLst>
              </p:cNvPr>
              <p:cNvPicPr/>
              <p:nvPr/>
            </p:nvPicPr>
            <p:blipFill>
              <a:blip r:embed="rId6"/>
              <a:stretch>
                <a:fillRect/>
              </a:stretch>
            </p:blipFill>
            <p:spPr>
              <a:xfrm>
                <a:off x="4308370" y="3205518"/>
                <a:ext cx="500400" cy="34560"/>
              </a:xfrm>
              <a:prstGeom prst="rect">
                <a:avLst/>
              </a:prstGeom>
            </p:spPr>
          </p:pic>
        </mc:Fallback>
      </mc:AlternateContent>
    </p:spTree>
    <p:extLst>
      <p:ext uri="{BB962C8B-B14F-4D97-AF65-F5344CB8AC3E}">
        <p14:creationId xmlns:p14="http://schemas.microsoft.com/office/powerpoint/2010/main" val="3382949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1D00989A-A6F5-C700-DD00-6D60A3FAF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82298A67-C60A-CC93-15D0-E2990ADEE5EA}"/>
              </a:ext>
            </a:extLst>
          </p:cNvPr>
          <p:cNvSpPr txBox="1"/>
          <p:nvPr/>
        </p:nvSpPr>
        <p:spPr>
          <a:xfrm>
            <a:off x="3778128" y="2555021"/>
            <a:ext cx="4353501" cy="830997"/>
          </a:xfrm>
          <a:prstGeom prst="rect">
            <a:avLst/>
          </a:prstGeom>
          <a:solidFill>
            <a:srgbClr val="FFC000"/>
          </a:solidFill>
        </p:spPr>
        <p:txBody>
          <a:bodyPr wrap="square" rtlCol="0">
            <a:spAutoFit/>
          </a:bodyPr>
          <a:lstStyle/>
          <a:p>
            <a:r>
              <a:rPr lang="en-GB" altLang="ko-KR" sz="2400" dirty="0"/>
              <a:t>This page will be opened with all filtered files of the dataset </a:t>
            </a:r>
            <a:endParaRPr lang="en-US" altLang="ko-KR" sz="2400" dirty="0"/>
          </a:p>
        </p:txBody>
      </p:sp>
      <p:sp>
        <p:nvSpPr>
          <p:cNvPr id="4" name="TextBox 3">
            <a:extLst>
              <a:ext uri="{FF2B5EF4-FFF2-40B4-BE49-F238E27FC236}">
                <a16:creationId xmlns:a16="http://schemas.microsoft.com/office/drawing/2014/main" id="{2E867D97-E2D0-63A3-FF48-E67A2EEB1B2A}"/>
              </a:ext>
            </a:extLst>
          </p:cNvPr>
          <p:cNvSpPr txBox="1"/>
          <p:nvPr/>
        </p:nvSpPr>
        <p:spPr>
          <a:xfrm>
            <a:off x="9830322" y="1162329"/>
            <a:ext cx="2361678" cy="400110"/>
          </a:xfrm>
          <a:prstGeom prst="rect">
            <a:avLst/>
          </a:prstGeom>
          <a:solidFill>
            <a:srgbClr val="FFC000"/>
          </a:solidFill>
        </p:spPr>
        <p:txBody>
          <a:bodyPr wrap="square" rtlCol="0">
            <a:spAutoFit/>
          </a:bodyPr>
          <a:lstStyle/>
          <a:p>
            <a:pPr algn="l"/>
            <a:r>
              <a:rPr lang="en-US" altLang="ko-KR" sz="1000" dirty="0"/>
              <a:t>The current page is highlighted in orange and will turn green once completed</a:t>
            </a:r>
          </a:p>
        </p:txBody>
      </p:sp>
      <p:cxnSp>
        <p:nvCxnSpPr>
          <p:cNvPr id="5" name="직선 화살표 연결선 106">
            <a:extLst>
              <a:ext uri="{FF2B5EF4-FFF2-40B4-BE49-F238E27FC236}">
                <a16:creationId xmlns:a16="http://schemas.microsoft.com/office/drawing/2014/main" id="{C5172DB1-B1AE-F31E-D197-279C556FEFD8}"/>
              </a:ext>
            </a:extLst>
          </p:cNvPr>
          <p:cNvCxnSpPr>
            <a:cxnSpLocks/>
          </p:cNvCxnSpPr>
          <p:nvPr/>
        </p:nvCxnSpPr>
        <p:spPr>
          <a:xfrm flipV="1">
            <a:off x="11194472" y="828664"/>
            <a:ext cx="0" cy="333665"/>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F12566B1-FAF6-21C2-BCA4-01D75F88BC64}"/>
              </a:ext>
            </a:extLst>
          </p:cNvPr>
          <p:cNvSpPr txBox="1"/>
          <p:nvPr/>
        </p:nvSpPr>
        <p:spPr>
          <a:xfrm>
            <a:off x="7156930" y="595386"/>
            <a:ext cx="1949397" cy="400110"/>
          </a:xfrm>
          <a:prstGeom prst="rect">
            <a:avLst/>
          </a:prstGeom>
          <a:solidFill>
            <a:srgbClr val="FFC000"/>
          </a:solidFill>
        </p:spPr>
        <p:txBody>
          <a:bodyPr wrap="square" rtlCol="0">
            <a:spAutoFit/>
          </a:bodyPr>
          <a:lstStyle/>
          <a:p>
            <a:pPr algn="l"/>
            <a:r>
              <a:rPr lang="en-US" altLang="ko-KR" sz="1000" dirty="0"/>
              <a:t>We already completed this step, that’s why it turned green</a:t>
            </a:r>
          </a:p>
        </p:txBody>
      </p:sp>
      <p:cxnSp>
        <p:nvCxnSpPr>
          <p:cNvPr id="6" name="직선 화살표 연결선 106">
            <a:extLst>
              <a:ext uri="{FF2B5EF4-FFF2-40B4-BE49-F238E27FC236}">
                <a16:creationId xmlns:a16="http://schemas.microsoft.com/office/drawing/2014/main" id="{39024543-28CF-8E86-7E32-EB466480D5EA}"/>
              </a:ext>
            </a:extLst>
          </p:cNvPr>
          <p:cNvCxnSpPr>
            <a:cxnSpLocks/>
          </p:cNvCxnSpPr>
          <p:nvPr/>
        </p:nvCxnSpPr>
        <p:spPr>
          <a:xfrm flipV="1">
            <a:off x="9106327" y="795441"/>
            <a:ext cx="1333289" cy="126103"/>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2262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computer&#10;&#10;Description automatically generated">
            <a:extLst>
              <a:ext uri="{FF2B5EF4-FFF2-40B4-BE49-F238E27FC236}">
                <a16:creationId xmlns:a16="http://schemas.microsoft.com/office/drawing/2014/main" id="{91FD7EEC-D115-D66B-C96F-D2DBB64649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D2D6F982-2E06-24F5-DA1C-5050273487AB}"/>
              </a:ext>
            </a:extLst>
          </p:cNvPr>
          <p:cNvSpPr txBox="1"/>
          <p:nvPr/>
        </p:nvSpPr>
        <p:spPr>
          <a:xfrm>
            <a:off x="831287" y="1304670"/>
            <a:ext cx="1949397" cy="246221"/>
          </a:xfrm>
          <a:prstGeom prst="rect">
            <a:avLst/>
          </a:prstGeom>
          <a:solidFill>
            <a:srgbClr val="FFC000"/>
          </a:solidFill>
        </p:spPr>
        <p:txBody>
          <a:bodyPr wrap="square" rtlCol="0">
            <a:spAutoFit/>
          </a:bodyPr>
          <a:lstStyle/>
          <a:p>
            <a:pPr algn="l"/>
            <a:r>
              <a:rPr lang="en-US" altLang="ko-KR" sz="1000" dirty="0"/>
              <a:t>The user can select files manually </a:t>
            </a:r>
          </a:p>
        </p:txBody>
      </p:sp>
      <p:sp>
        <p:nvSpPr>
          <p:cNvPr id="11" name="TextBox 10">
            <a:extLst>
              <a:ext uri="{FF2B5EF4-FFF2-40B4-BE49-F238E27FC236}">
                <a16:creationId xmlns:a16="http://schemas.microsoft.com/office/drawing/2014/main" id="{AA0094CC-4729-7EBF-F951-30A207D35070}"/>
              </a:ext>
            </a:extLst>
          </p:cNvPr>
          <p:cNvSpPr txBox="1"/>
          <p:nvPr/>
        </p:nvSpPr>
        <p:spPr>
          <a:xfrm>
            <a:off x="2530163" y="993542"/>
            <a:ext cx="1949397" cy="246221"/>
          </a:xfrm>
          <a:prstGeom prst="rect">
            <a:avLst/>
          </a:prstGeom>
          <a:solidFill>
            <a:srgbClr val="FFC000"/>
          </a:solidFill>
        </p:spPr>
        <p:txBody>
          <a:bodyPr wrap="square" rtlCol="0">
            <a:spAutoFit/>
          </a:bodyPr>
          <a:lstStyle/>
          <a:p>
            <a:pPr algn="l"/>
            <a:r>
              <a:rPr lang="en-US" altLang="ko-KR" sz="1000" dirty="0"/>
              <a:t>Or click this “Auto Select” button</a:t>
            </a:r>
          </a:p>
        </p:txBody>
      </p:sp>
      <p:cxnSp>
        <p:nvCxnSpPr>
          <p:cNvPr id="12" name="직선 화살표 연결선 156">
            <a:extLst>
              <a:ext uri="{FF2B5EF4-FFF2-40B4-BE49-F238E27FC236}">
                <a16:creationId xmlns:a16="http://schemas.microsoft.com/office/drawing/2014/main" id="{26F23363-2522-15A5-4E47-6E97B5AF7FD0}"/>
              </a:ext>
            </a:extLst>
          </p:cNvPr>
          <p:cNvCxnSpPr>
            <a:cxnSpLocks/>
          </p:cNvCxnSpPr>
          <p:nvPr/>
        </p:nvCxnSpPr>
        <p:spPr>
          <a:xfrm flipH="1">
            <a:off x="2315497" y="1116653"/>
            <a:ext cx="214666" cy="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7DED3B0-AB1F-A8E7-20A7-D0446ADF6232}"/>
              </a:ext>
            </a:extLst>
          </p:cNvPr>
          <p:cNvSpPr txBox="1"/>
          <p:nvPr/>
        </p:nvSpPr>
        <p:spPr>
          <a:xfrm>
            <a:off x="1116341" y="13789"/>
            <a:ext cx="3124790" cy="553998"/>
          </a:xfrm>
          <a:prstGeom prst="rect">
            <a:avLst/>
          </a:prstGeom>
          <a:solidFill>
            <a:srgbClr val="FFC000"/>
          </a:solidFill>
        </p:spPr>
        <p:txBody>
          <a:bodyPr wrap="square" rtlCol="0">
            <a:spAutoFit/>
          </a:bodyPr>
          <a:lstStyle/>
          <a:p>
            <a:pPr algn="l"/>
            <a:r>
              <a:rPr lang="en-US" altLang="ko-KR" sz="1000" dirty="0"/>
              <a:t>By default, the application randomly selects 20% of all imported files for training and testing. However, we can adjust this percentage using the input field provided</a:t>
            </a:r>
          </a:p>
        </p:txBody>
      </p:sp>
      <p:cxnSp>
        <p:nvCxnSpPr>
          <p:cNvPr id="16" name="직선 화살표 연결선 156">
            <a:extLst>
              <a:ext uri="{FF2B5EF4-FFF2-40B4-BE49-F238E27FC236}">
                <a16:creationId xmlns:a16="http://schemas.microsoft.com/office/drawing/2014/main" id="{057D14B4-BE99-FAC6-1DC2-6A74C5BB27F0}"/>
              </a:ext>
            </a:extLst>
          </p:cNvPr>
          <p:cNvCxnSpPr>
            <a:cxnSpLocks/>
          </p:cNvCxnSpPr>
          <p:nvPr/>
        </p:nvCxnSpPr>
        <p:spPr>
          <a:xfrm flipH="1">
            <a:off x="1383607" y="567787"/>
            <a:ext cx="1247628" cy="548865"/>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6800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87D5AC-16AE-4869-45D2-CBC8B338EF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4A36386C-CD37-39EC-CFB4-23CABAE9452B}"/>
              </a:ext>
            </a:extLst>
          </p:cNvPr>
          <p:cNvSpPr txBox="1"/>
          <p:nvPr/>
        </p:nvSpPr>
        <p:spPr>
          <a:xfrm>
            <a:off x="405141" y="5456646"/>
            <a:ext cx="3124790" cy="246221"/>
          </a:xfrm>
          <a:prstGeom prst="rect">
            <a:avLst/>
          </a:prstGeom>
          <a:solidFill>
            <a:srgbClr val="FFC000"/>
          </a:solidFill>
        </p:spPr>
        <p:txBody>
          <a:bodyPr wrap="square" rtlCol="0">
            <a:spAutoFit/>
          </a:bodyPr>
          <a:lstStyle/>
          <a:p>
            <a:pPr algn="l"/>
            <a:r>
              <a:rPr lang="en-US" altLang="ko-KR" sz="1000" dirty="0"/>
              <a:t>An example when we change the Auto Select to 50%</a:t>
            </a:r>
          </a:p>
        </p:txBody>
      </p:sp>
      <p:sp>
        <p:nvSpPr>
          <p:cNvPr id="4" name="TextBox 3">
            <a:extLst>
              <a:ext uri="{FF2B5EF4-FFF2-40B4-BE49-F238E27FC236}">
                <a16:creationId xmlns:a16="http://schemas.microsoft.com/office/drawing/2014/main" id="{AC98DC67-1B99-C195-AC25-7246ABB23049}"/>
              </a:ext>
            </a:extLst>
          </p:cNvPr>
          <p:cNvSpPr txBox="1"/>
          <p:nvPr/>
        </p:nvSpPr>
        <p:spPr>
          <a:xfrm>
            <a:off x="4951741" y="846546"/>
            <a:ext cx="3124790" cy="861774"/>
          </a:xfrm>
          <a:prstGeom prst="rect">
            <a:avLst/>
          </a:prstGeom>
          <a:solidFill>
            <a:srgbClr val="FFC000"/>
          </a:solidFill>
        </p:spPr>
        <p:txBody>
          <a:bodyPr wrap="square" rtlCol="0">
            <a:spAutoFit/>
          </a:bodyPr>
          <a:lstStyle/>
          <a:p>
            <a:pPr algn="l"/>
            <a:r>
              <a:rPr lang="en-US" altLang="ko-KR" sz="1000" dirty="0"/>
              <a:t>Next, select the parameters to train the model. When you choose a Classification loss function, the Regression loss function is automatically deselected and vice versa. This ensures that only one type of loss function can be selected at a time.</a:t>
            </a:r>
          </a:p>
        </p:txBody>
      </p:sp>
      <p:cxnSp>
        <p:nvCxnSpPr>
          <p:cNvPr id="5" name="직선 화살표 연결선 156">
            <a:extLst>
              <a:ext uri="{FF2B5EF4-FFF2-40B4-BE49-F238E27FC236}">
                <a16:creationId xmlns:a16="http://schemas.microsoft.com/office/drawing/2014/main" id="{F8FF4569-261A-C8C7-F1B7-C577798A7CF1}"/>
              </a:ext>
            </a:extLst>
          </p:cNvPr>
          <p:cNvCxnSpPr>
            <a:cxnSpLocks/>
          </p:cNvCxnSpPr>
          <p:nvPr/>
        </p:nvCxnSpPr>
        <p:spPr>
          <a:xfrm flipH="1">
            <a:off x="5448300" y="1708320"/>
            <a:ext cx="1271514" cy="34908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E9C9D08C-45F7-B061-E950-7008D0A26658}"/>
              </a:ext>
            </a:extLst>
          </p:cNvPr>
          <p:cNvSpPr txBox="1"/>
          <p:nvPr/>
        </p:nvSpPr>
        <p:spPr>
          <a:xfrm>
            <a:off x="6084057" y="3152001"/>
            <a:ext cx="1880859" cy="553998"/>
          </a:xfrm>
          <a:prstGeom prst="rect">
            <a:avLst/>
          </a:prstGeom>
          <a:solidFill>
            <a:srgbClr val="FFC000"/>
          </a:solidFill>
        </p:spPr>
        <p:txBody>
          <a:bodyPr wrap="square" rtlCol="0">
            <a:spAutoFit/>
          </a:bodyPr>
          <a:lstStyle/>
          <a:p>
            <a:pPr algn="l"/>
            <a:r>
              <a:rPr lang="en-US" altLang="ko-KR" sz="1000" dirty="0"/>
              <a:t>These are already configured by default but the user can easily change it if he wants</a:t>
            </a:r>
          </a:p>
        </p:txBody>
      </p:sp>
      <p:sp>
        <p:nvSpPr>
          <p:cNvPr id="12" name="TextBox 11">
            <a:extLst>
              <a:ext uri="{FF2B5EF4-FFF2-40B4-BE49-F238E27FC236}">
                <a16:creationId xmlns:a16="http://schemas.microsoft.com/office/drawing/2014/main" id="{195C2253-16DB-AC22-2D8A-D72501DED6C6}"/>
              </a:ext>
            </a:extLst>
          </p:cNvPr>
          <p:cNvSpPr txBox="1"/>
          <p:nvPr/>
        </p:nvSpPr>
        <p:spPr>
          <a:xfrm>
            <a:off x="4738526" y="4681834"/>
            <a:ext cx="3124790" cy="400110"/>
          </a:xfrm>
          <a:prstGeom prst="rect">
            <a:avLst/>
          </a:prstGeom>
          <a:solidFill>
            <a:srgbClr val="FFC000"/>
          </a:solidFill>
        </p:spPr>
        <p:txBody>
          <a:bodyPr wrap="square" rtlCol="0">
            <a:spAutoFit/>
          </a:bodyPr>
          <a:lstStyle/>
          <a:p>
            <a:pPr algn="l"/>
            <a:r>
              <a:rPr lang="en-US" altLang="ko-KR" sz="1000" dirty="0"/>
              <a:t>Then we click this button to add layer. It is mandatory that we need to add at least one layer</a:t>
            </a:r>
          </a:p>
        </p:txBody>
      </p:sp>
      <p:cxnSp>
        <p:nvCxnSpPr>
          <p:cNvPr id="13" name="직선 화살표 연결선 156">
            <a:extLst>
              <a:ext uri="{FF2B5EF4-FFF2-40B4-BE49-F238E27FC236}">
                <a16:creationId xmlns:a16="http://schemas.microsoft.com/office/drawing/2014/main" id="{53C3DF7E-E349-B7B5-0AE3-A26F7F8B22DE}"/>
              </a:ext>
            </a:extLst>
          </p:cNvPr>
          <p:cNvCxnSpPr>
            <a:cxnSpLocks/>
          </p:cNvCxnSpPr>
          <p:nvPr/>
        </p:nvCxnSpPr>
        <p:spPr>
          <a:xfrm>
            <a:off x="6072114" y="5081944"/>
            <a:ext cx="0" cy="549242"/>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9394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093DCA-50FB-C6A0-C5A2-CCB1A2ECF5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직사각형 65">
            <a:extLst>
              <a:ext uri="{FF2B5EF4-FFF2-40B4-BE49-F238E27FC236}">
                <a16:creationId xmlns:a16="http://schemas.microsoft.com/office/drawing/2014/main" id="{A82FCE90-732E-5442-EAC3-523A7345091F}"/>
              </a:ext>
            </a:extLst>
          </p:cNvPr>
          <p:cNvSpPr/>
          <p:nvPr/>
        </p:nvSpPr>
        <p:spPr>
          <a:xfrm>
            <a:off x="4809906" y="4415462"/>
            <a:ext cx="2987894" cy="934501"/>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000" dirty="0">
                <a:solidFill>
                  <a:schemeClr val="tx1"/>
                </a:solidFill>
              </a:rPr>
              <a:t>A new layer row is added to the "Layer Types" section in the middle panel. This row lets you choose the layer type (such as LSTM, GRU, RNN, Transformer, or </a:t>
            </a:r>
          </a:p>
          <a:p>
            <a:r>
              <a:rPr lang="en-GB" sz="1000" dirty="0" err="1">
                <a:solidFill>
                  <a:schemeClr val="tx1"/>
                </a:solidFill>
              </a:rPr>
              <a:t>TinyTransformer</a:t>
            </a:r>
            <a:r>
              <a:rPr lang="en-GB" sz="1000" dirty="0">
                <a:solidFill>
                  <a:schemeClr val="tx1"/>
                </a:solidFill>
              </a:rPr>
              <a:t>) and configure its parameters. We </a:t>
            </a:r>
          </a:p>
          <a:p>
            <a:r>
              <a:rPr lang="en-GB" sz="1000" dirty="0">
                <a:solidFill>
                  <a:schemeClr val="tx1"/>
                </a:solidFill>
              </a:rPr>
              <a:t>can add multiple layers and each new layer will be</a:t>
            </a:r>
          </a:p>
          <a:p>
            <a:r>
              <a:rPr lang="en-GB" sz="1000" dirty="0">
                <a:solidFill>
                  <a:schemeClr val="tx1"/>
                </a:solidFill>
              </a:rPr>
              <a:t>numbered automatically. Scroll down for more </a:t>
            </a:r>
            <a:r>
              <a:rPr lang="en-GB" sz="1000" dirty="0" err="1">
                <a:solidFill>
                  <a:schemeClr val="tx1"/>
                </a:solidFill>
              </a:rPr>
              <a:t>infos</a:t>
            </a:r>
            <a:endParaRPr lang="en-FR" sz="1000" dirty="0">
              <a:solidFill>
                <a:schemeClr val="tx1"/>
              </a:solidFill>
            </a:endParaRPr>
          </a:p>
        </p:txBody>
      </p:sp>
      <p:cxnSp>
        <p:nvCxnSpPr>
          <p:cNvPr id="9" name="직선 화살표 연결선 156">
            <a:extLst>
              <a:ext uri="{FF2B5EF4-FFF2-40B4-BE49-F238E27FC236}">
                <a16:creationId xmlns:a16="http://schemas.microsoft.com/office/drawing/2014/main" id="{8783C170-BCDD-BA31-3787-B12198121B9E}"/>
              </a:ext>
            </a:extLst>
          </p:cNvPr>
          <p:cNvCxnSpPr>
            <a:cxnSpLocks/>
          </p:cNvCxnSpPr>
          <p:nvPr/>
        </p:nvCxnSpPr>
        <p:spPr>
          <a:xfrm flipH="1">
            <a:off x="6700764" y="5872163"/>
            <a:ext cx="800174" cy="373385"/>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D872A053-8D5F-5018-8997-C8228F8A4F51}"/>
              </a:ext>
            </a:extLst>
          </p:cNvPr>
          <p:cNvSpPr txBox="1"/>
          <p:nvPr/>
        </p:nvSpPr>
        <p:spPr>
          <a:xfrm>
            <a:off x="6700764" y="5472053"/>
            <a:ext cx="2376649" cy="400110"/>
          </a:xfrm>
          <a:prstGeom prst="rect">
            <a:avLst/>
          </a:prstGeom>
          <a:solidFill>
            <a:srgbClr val="FFC000"/>
          </a:solidFill>
        </p:spPr>
        <p:txBody>
          <a:bodyPr wrap="square" rtlCol="0">
            <a:spAutoFit/>
          </a:bodyPr>
          <a:lstStyle/>
          <a:p>
            <a:pPr algn="l"/>
            <a:r>
              <a:rPr lang="en-US" altLang="ko-KR" sz="1000" dirty="0"/>
              <a:t>Once we have completed all the configuration, we click this button</a:t>
            </a:r>
          </a:p>
        </p:txBody>
      </p:sp>
    </p:spTree>
    <p:extLst>
      <p:ext uri="{BB962C8B-B14F-4D97-AF65-F5344CB8AC3E}">
        <p14:creationId xmlns:p14="http://schemas.microsoft.com/office/powerpoint/2010/main" val="3840528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B83CC4AA-AC6B-D4A0-38B3-39149E6643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직사각형 66">
            <a:extLst>
              <a:ext uri="{FF2B5EF4-FFF2-40B4-BE49-F238E27FC236}">
                <a16:creationId xmlns:a16="http://schemas.microsoft.com/office/drawing/2014/main" id="{9B14D61D-879A-5551-EFFC-5E7A99408B97}"/>
              </a:ext>
            </a:extLst>
          </p:cNvPr>
          <p:cNvSpPr/>
          <p:nvPr/>
        </p:nvSpPr>
        <p:spPr>
          <a:xfrm>
            <a:off x="4079188" y="3951613"/>
            <a:ext cx="4226612" cy="711516"/>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rPr>
              <a:t>The "Save Parameters" button confirms our current configuration and is </a:t>
            </a:r>
          </a:p>
          <a:p>
            <a:pPr algn="just"/>
            <a:r>
              <a:rPr lang="en-US" sz="1000" dirty="0">
                <a:solidFill>
                  <a:schemeClr val="tx1"/>
                </a:solidFill>
              </a:rPr>
              <a:t>essential to ensure our settings are saved before proceeding to the next step</a:t>
            </a:r>
          </a:p>
        </p:txBody>
      </p:sp>
      <p:cxnSp>
        <p:nvCxnSpPr>
          <p:cNvPr id="7" name="직선 화살표 연결선 67">
            <a:extLst>
              <a:ext uri="{FF2B5EF4-FFF2-40B4-BE49-F238E27FC236}">
                <a16:creationId xmlns:a16="http://schemas.microsoft.com/office/drawing/2014/main" id="{A01AA869-3ED2-18BC-53AC-5A80DEA39C7D}"/>
              </a:ext>
            </a:extLst>
          </p:cNvPr>
          <p:cNvCxnSpPr>
            <a:cxnSpLocks/>
          </p:cNvCxnSpPr>
          <p:nvPr/>
        </p:nvCxnSpPr>
        <p:spPr>
          <a:xfrm flipH="1">
            <a:off x="5357813" y="4663129"/>
            <a:ext cx="738187" cy="980434"/>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직사각형 66">
            <a:extLst>
              <a:ext uri="{FF2B5EF4-FFF2-40B4-BE49-F238E27FC236}">
                <a16:creationId xmlns:a16="http://schemas.microsoft.com/office/drawing/2014/main" id="{2581EAF5-21B5-4762-A9AE-C7B9D6FC5436}"/>
              </a:ext>
            </a:extLst>
          </p:cNvPr>
          <p:cNvSpPr/>
          <p:nvPr/>
        </p:nvSpPr>
        <p:spPr>
          <a:xfrm>
            <a:off x="6565900" y="5394071"/>
            <a:ext cx="3073400" cy="513394"/>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rPr>
              <a:t>After saving parameters, we can now start training the model by clicking this button “Start”</a:t>
            </a:r>
          </a:p>
        </p:txBody>
      </p:sp>
      <p:cxnSp>
        <p:nvCxnSpPr>
          <p:cNvPr id="12" name="직선 화살표 연결선 67">
            <a:extLst>
              <a:ext uri="{FF2B5EF4-FFF2-40B4-BE49-F238E27FC236}">
                <a16:creationId xmlns:a16="http://schemas.microsoft.com/office/drawing/2014/main" id="{459A0EA3-A80D-F53D-7736-7C99C9B007BC}"/>
              </a:ext>
            </a:extLst>
          </p:cNvPr>
          <p:cNvCxnSpPr>
            <a:cxnSpLocks/>
            <a:stCxn id="11" idx="2"/>
          </p:cNvCxnSpPr>
          <p:nvPr/>
        </p:nvCxnSpPr>
        <p:spPr>
          <a:xfrm flipH="1">
            <a:off x="5769033" y="5907465"/>
            <a:ext cx="2333567" cy="29383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7407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D27D148D-BA13-1EB6-A5CC-E6FB7FABD5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직사각형 75">
            <a:extLst>
              <a:ext uri="{FF2B5EF4-FFF2-40B4-BE49-F238E27FC236}">
                <a16:creationId xmlns:a16="http://schemas.microsoft.com/office/drawing/2014/main" id="{73166FE1-710C-CF4C-24C2-A8B199FB557D}"/>
              </a:ext>
            </a:extLst>
          </p:cNvPr>
          <p:cNvSpPr/>
          <p:nvPr/>
        </p:nvSpPr>
        <p:spPr>
          <a:xfrm>
            <a:off x="3777389" y="5651378"/>
            <a:ext cx="3376448" cy="507375"/>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rPr>
              <a:t>During training, progress and logs are displayed in the UI and the progress bar updates</a:t>
            </a:r>
          </a:p>
        </p:txBody>
      </p:sp>
      <p:cxnSp>
        <p:nvCxnSpPr>
          <p:cNvPr id="6" name="직선 화살표 연결선 67">
            <a:extLst>
              <a:ext uri="{FF2B5EF4-FFF2-40B4-BE49-F238E27FC236}">
                <a16:creationId xmlns:a16="http://schemas.microsoft.com/office/drawing/2014/main" id="{21AD6E22-08D5-FAAB-7464-8FC15E5BE3F0}"/>
              </a:ext>
            </a:extLst>
          </p:cNvPr>
          <p:cNvCxnSpPr>
            <a:cxnSpLocks/>
          </p:cNvCxnSpPr>
          <p:nvPr/>
        </p:nvCxnSpPr>
        <p:spPr>
          <a:xfrm flipH="1">
            <a:off x="2796988" y="5913706"/>
            <a:ext cx="980401" cy="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직선 화살표 연결선 67">
            <a:extLst>
              <a:ext uri="{FF2B5EF4-FFF2-40B4-BE49-F238E27FC236}">
                <a16:creationId xmlns:a16="http://schemas.microsoft.com/office/drawing/2014/main" id="{027FE829-9E7E-D2A8-4714-4CF24B2279F9}"/>
              </a:ext>
            </a:extLst>
          </p:cNvPr>
          <p:cNvCxnSpPr>
            <a:cxnSpLocks/>
          </p:cNvCxnSpPr>
          <p:nvPr/>
        </p:nvCxnSpPr>
        <p:spPr>
          <a:xfrm>
            <a:off x="5567082" y="6051176"/>
            <a:ext cx="0" cy="363071"/>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4531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80D1BE00-693A-0341-DA7F-2C4B5D8FDE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직사각형 76">
            <a:extLst>
              <a:ext uri="{FF2B5EF4-FFF2-40B4-BE49-F238E27FC236}">
                <a16:creationId xmlns:a16="http://schemas.microsoft.com/office/drawing/2014/main" id="{B9017F3A-C243-1F98-FAB9-4F566511D944}"/>
              </a:ext>
            </a:extLst>
          </p:cNvPr>
          <p:cNvSpPr/>
          <p:nvPr/>
        </p:nvSpPr>
        <p:spPr>
          <a:xfrm>
            <a:off x="4233263" y="4208929"/>
            <a:ext cx="3725474" cy="436769"/>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When the stop button is pressed, it doesn't terminate immediately—it prompts for confirmation through a popup window.</a:t>
            </a:r>
          </a:p>
        </p:txBody>
      </p:sp>
      <p:cxnSp>
        <p:nvCxnSpPr>
          <p:cNvPr id="7" name="직선 화살표 연결선 67">
            <a:extLst>
              <a:ext uri="{FF2B5EF4-FFF2-40B4-BE49-F238E27FC236}">
                <a16:creationId xmlns:a16="http://schemas.microsoft.com/office/drawing/2014/main" id="{CAB393F5-1291-4B9D-2D6D-768C4DD54857}"/>
              </a:ext>
            </a:extLst>
          </p:cNvPr>
          <p:cNvCxnSpPr>
            <a:cxnSpLocks/>
          </p:cNvCxnSpPr>
          <p:nvPr/>
        </p:nvCxnSpPr>
        <p:spPr>
          <a:xfrm>
            <a:off x="5997388" y="4645698"/>
            <a:ext cx="564777" cy="1244114"/>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 name="직사각형 65">
            <a:extLst>
              <a:ext uri="{FF2B5EF4-FFF2-40B4-BE49-F238E27FC236}">
                <a16:creationId xmlns:a16="http://schemas.microsoft.com/office/drawing/2014/main" id="{96D4D480-CB5F-ABB4-927B-859BD96DE9AC}"/>
              </a:ext>
            </a:extLst>
          </p:cNvPr>
          <p:cNvSpPr/>
          <p:nvPr/>
        </p:nvSpPr>
        <p:spPr>
          <a:xfrm>
            <a:off x="7691719" y="3146612"/>
            <a:ext cx="2111187" cy="282389"/>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Then if we click “Yes”</a:t>
            </a:r>
          </a:p>
        </p:txBody>
      </p:sp>
      <p:cxnSp>
        <p:nvCxnSpPr>
          <p:cNvPr id="11" name="직선 화살표 연결선 67">
            <a:extLst>
              <a:ext uri="{FF2B5EF4-FFF2-40B4-BE49-F238E27FC236}">
                <a16:creationId xmlns:a16="http://schemas.microsoft.com/office/drawing/2014/main" id="{548BC64A-239C-813A-C28A-3B8011153794}"/>
              </a:ext>
            </a:extLst>
          </p:cNvPr>
          <p:cNvCxnSpPr>
            <a:cxnSpLocks/>
          </p:cNvCxnSpPr>
          <p:nvPr/>
        </p:nvCxnSpPr>
        <p:spPr>
          <a:xfrm flipH="1">
            <a:off x="7490012" y="3429000"/>
            <a:ext cx="1223682" cy="134471"/>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3176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93FAB680-0B3D-9463-06F7-9DD6192976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직사각형 65">
            <a:extLst>
              <a:ext uri="{FF2B5EF4-FFF2-40B4-BE49-F238E27FC236}">
                <a16:creationId xmlns:a16="http://schemas.microsoft.com/office/drawing/2014/main" id="{658001D5-E34E-6AC2-5652-3A8C0022C3BE}"/>
              </a:ext>
            </a:extLst>
          </p:cNvPr>
          <p:cNvSpPr/>
          <p:nvPr/>
        </p:nvSpPr>
        <p:spPr>
          <a:xfrm>
            <a:off x="4329543" y="4329952"/>
            <a:ext cx="3532914" cy="288600"/>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The training will be forcibly terminated</a:t>
            </a:r>
          </a:p>
        </p:txBody>
      </p:sp>
      <p:cxnSp>
        <p:nvCxnSpPr>
          <p:cNvPr id="6" name="직선 화살표 연결선 67">
            <a:extLst>
              <a:ext uri="{FF2B5EF4-FFF2-40B4-BE49-F238E27FC236}">
                <a16:creationId xmlns:a16="http://schemas.microsoft.com/office/drawing/2014/main" id="{FA170A1F-A541-A86D-9E90-077C691C4361}"/>
              </a:ext>
            </a:extLst>
          </p:cNvPr>
          <p:cNvCxnSpPr>
            <a:cxnSpLocks/>
          </p:cNvCxnSpPr>
          <p:nvPr/>
        </p:nvCxnSpPr>
        <p:spPr>
          <a:xfrm flipH="1">
            <a:off x="5150224" y="4645698"/>
            <a:ext cx="847164" cy="612102"/>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94571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D74A0E4A-5175-7749-52D9-189F1334DF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직사각형 68">
            <a:extLst>
              <a:ext uri="{FF2B5EF4-FFF2-40B4-BE49-F238E27FC236}">
                <a16:creationId xmlns:a16="http://schemas.microsoft.com/office/drawing/2014/main" id="{AC0DB053-1A4C-28D2-CB9B-968151160B14}"/>
              </a:ext>
            </a:extLst>
          </p:cNvPr>
          <p:cNvSpPr/>
          <p:nvPr/>
        </p:nvSpPr>
        <p:spPr>
          <a:xfrm>
            <a:off x="5145244" y="4295697"/>
            <a:ext cx="3084135" cy="515480"/>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rPr>
              <a:t>When training finishes, results and plots are shown and the model is ready for evaluation or saving</a:t>
            </a:r>
          </a:p>
        </p:txBody>
      </p:sp>
      <p:cxnSp>
        <p:nvCxnSpPr>
          <p:cNvPr id="7" name="직선 화살표 연결선 67">
            <a:extLst>
              <a:ext uri="{FF2B5EF4-FFF2-40B4-BE49-F238E27FC236}">
                <a16:creationId xmlns:a16="http://schemas.microsoft.com/office/drawing/2014/main" id="{4B4949E3-893D-ADDB-1D57-AD91C1C88429}"/>
              </a:ext>
            </a:extLst>
          </p:cNvPr>
          <p:cNvCxnSpPr>
            <a:cxnSpLocks/>
          </p:cNvCxnSpPr>
          <p:nvPr/>
        </p:nvCxnSpPr>
        <p:spPr>
          <a:xfrm flipV="1">
            <a:off x="6736977" y="3872753"/>
            <a:ext cx="0" cy="422944"/>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직선 화살표 연결선 67">
            <a:extLst>
              <a:ext uri="{FF2B5EF4-FFF2-40B4-BE49-F238E27FC236}">
                <a16:creationId xmlns:a16="http://schemas.microsoft.com/office/drawing/2014/main" id="{68C3FD08-4001-97DD-6907-51699E219C16}"/>
              </a:ext>
            </a:extLst>
          </p:cNvPr>
          <p:cNvCxnSpPr>
            <a:cxnSpLocks/>
          </p:cNvCxnSpPr>
          <p:nvPr/>
        </p:nvCxnSpPr>
        <p:spPr>
          <a:xfrm flipV="1">
            <a:off x="7019365" y="3711388"/>
            <a:ext cx="1398494" cy="584309"/>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9247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02FDF275-313E-89B6-31B2-81BF9EB4CE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cxnSp>
        <p:nvCxnSpPr>
          <p:cNvPr id="4" name="직선 화살표 연결선 67">
            <a:extLst>
              <a:ext uri="{FF2B5EF4-FFF2-40B4-BE49-F238E27FC236}">
                <a16:creationId xmlns:a16="http://schemas.microsoft.com/office/drawing/2014/main" id="{B2265AB3-C2F3-092F-893F-CEEDC3950C6C}"/>
              </a:ext>
            </a:extLst>
          </p:cNvPr>
          <p:cNvCxnSpPr>
            <a:cxnSpLocks/>
          </p:cNvCxnSpPr>
          <p:nvPr/>
        </p:nvCxnSpPr>
        <p:spPr>
          <a:xfrm>
            <a:off x="6629400" y="4800600"/>
            <a:ext cx="900953" cy="376518"/>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 name="직사각형 68">
            <a:extLst>
              <a:ext uri="{FF2B5EF4-FFF2-40B4-BE49-F238E27FC236}">
                <a16:creationId xmlns:a16="http://schemas.microsoft.com/office/drawing/2014/main" id="{BCC7EC4D-1E36-75D4-D29D-CE6F60FEEE41}"/>
              </a:ext>
            </a:extLst>
          </p:cNvPr>
          <p:cNvSpPr/>
          <p:nvPr/>
        </p:nvSpPr>
        <p:spPr>
          <a:xfrm>
            <a:off x="8170831" y="5132299"/>
            <a:ext cx="2506133" cy="376518"/>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rPr>
              <a:t>If the user clicks this “Save Model” button</a:t>
            </a:r>
          </a:p>
        </p:txBody>
      </p:sp>
      <p:sp>
        <p:nvSpPr>
          <p:cNvPr id="10" name="직사각형 75">
            <a:extLst>
              <a:ext uri="{FF2B5EF4-FFF2-40B4-BE49-F238E27FC236}">
                <a16:creationId xmlns:a16="http://schemas.microsoft.com/office/drawing/2014/main" id="{3CD6FE00-6A85-86D2-2142-B9C05E17822B}"/>
              </a:ext>
            </a:extLst>
          </p:cNvPr>
          <p:cNvSpPr/>
          <p:nvPr/>
        </p:nvSpPr>
        <p:spPr>
          <a:xfrm>
            <a:off x="7530353" y="2812242"/>
            <a:ext cx="3558729" cy="614951"/>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rPr>
              <a:t>It opens a file dialog to choose where to save the model. The app saves the model configuration, weights, training parameters, </a:t>
            </a:r>
          </a:p>
          <a:p>
            <a:pPr algn="just"/>
            <a:r>
              <a:rPr lang="en-US" sz="1000" dirty="0">
                <a:solidFill>
                  <a:schemeClr val="tx1"/>
                </a:solidFill>
              </a:rPr>
              <a:t>training history, test results and the list of selected files into an </a:t>
            </a:r>
          </a:p>
          <a:p>
            <a:pPr algn="just"/>
            <a:r>
              <a:rPr lang="en-US" sz="1000" dirty="0">
                <a:solidFill>
                  <a:schemeClr val="tx1"/>
                </a:solidFill>
              </a:rPr>
              <a:t>.h5 file</a:t>
            </a:r>
          </a:p>
        </p:txBody>
      </p:sp>
      <mc:AlternateContent xmlns:mc="http://schemas.openxmlformats.org/markup-compatibility/2006">
        <mc:Choice xmlns:p14="http://schemas.microsoft.com/office/powerpoint/2010/main" Requires="p14">
          <p:contentPart p14:bwMode="auto" r:id="rId3">
            <p14:nvContentPartPr>
              <p14:cNvPr id="12" name="Ink 11">
                <a:extLst>
                  <a:ext uri="{FF2B5EF4-FFF2-40B4-BE49-F238E27FC236}">
                    <a16:creationId xmlns:a16="http://schemas.microsoft.com/office/drawing/2014/main" id="{D11215DE-1ECA-586D-06E0-08C714AC0ADD}"/>
                  </a:ext>
                </a:extLst>
              </p14:cNvPr>
              <p14:cNvContentPartPr/>
              <p14:nvPr/>
            </p14:nvContentPartPr>
            <p14:xfrm>
              <a:off x="3856608" y="3988236"/>
              <a:ext cx="987120" cy="214920"/>
            </p14:xfrm>
          </p:contentPart>
        </mc:Choice>
        <mc:Fallback>
          <p:pic>
            <p:nvPicPr>
              <p:cNvPr id="12" name="Ink 11">
                <a:extLst>
                  <a:ext uri="{FF2B5EF4-FFF2-40B4-BE49-F238E27FC236}">
                    <a16:creationId xmlns:a16="http://schemas.microsoft.com/office/drawing/2014/main" id="{D11215DE-1ECA-586D-06E0-08C714AC0ADD}"/>
                  </a:ext>
                </a:extLst>
              </p:cNvPr>
              <p:cNvPicPr/>
              <p:nvPr/>
            </p:nvPicPr>
            <p:blipFill>
              <a:blip r:embed="rId4"/>
              <a:stretch>
                <a:fillRect/>
              </a:stretch>
            </p:blipFill>
            <p:spPr>
              <a:xfrm>
                <a:off x="3847968" y="3979236"/>
                <a:ext cx="100476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8" name="Ink 17">
                <a:extLst>
                  <a:ext uri="{FF2B5EF4-FFF2-40B4-BE49-F238E27FC236}">
                    <a16:creationId xmlns:a16="http://schemas.microsoft.com/office/drawing/2014/main" id="{350570E6-97AB-6C77-494F-0AF8ABB39285}"/>
                  </a:ext>
                </a:extLst>
              </p14:cNvPr>
              <p14:cNvContentPartPr/>
              <p14:nvPr/>
            </p14:nvContentPartPr>
            <p14:xfrm>
              <a:off x="5756665" y="1856508"/>
              <a:ext cx="544680" cy="18720"/>
            </p14:xfrm>
          </p:contentPart>
        </mc:Choice>
        <mc:Fallback>
          <p:pic>
            <p:nvPicPr>
              <p:cNvPr id="18" name="Ink 17">
                <a:extLst>
                  <a:ext uri="{FF2B5EF4-FFF2-40B4-BE49-F238E27FC236}">
                    <a16:creationId xmlns:a16="http://schemas.microsoft.com/office/drawing/2014/main" id="{350570E6-97AB-6C77-494F-0AF8ABB39285}"/>
                  </a:ext>
                </a:extLst>
              </p:cNvPr>
              <p:cNvPicPr/>
              <p:nvPr/>
            </p:nvPicPr>
            <p:blipFill>
              <a:blip r:embed="rId6"/>
              <a:stretch>
                <a:fillRect/>
              </a:stretch>
            </p:blipFill>
            <p:spPr>
              <a:xfrm>
                <a:off x="5747665" y="1847508"/>
                <a:ext cx="562320" cy="36360"/>
              </a:xfrm>
              <a:prstGeom prst="rect">
                <a:avLst/>
              </a:prstGeom>
            </p:spPr>
          </p:pic>
        </mc:Fallback>
      </mc:AlternateContent>
    </p:spTree>
    <p:extLst>
      <p:ext uri="{BB962C8B-B14F-4D97-AF65-F5344CB8AC3E}">
        <p14:creationId xmlns:p14="http://schemas.microsoft.com/office/powerpoint/2010/main" val="312675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BB04950B-4F6C-3CD2-1148-DF043F3E9B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직사각형 74">
            <a:extLst>
              <a:ext uri="{FF2B5EF4-FFF2-40B4-BE49-F238E27FC236}">
                <a16:creationId xmlns:a16="http://schemas.microsoft.com/office/drawing/2014/main" id="{AF49B590-A6F2-B74E-DD9B-6E3F36E0A93E}"/>
              </a:ext>
            </a:extLst>
          </p:cNvPr>
          <p:cNvSpPr/>
          <p:nvPr/>
        </p:nvSpPr>
        <p:spPr>
          <a:xfrm>
            <a:off x="4583992" y="2267086"/>
            <a:ext cx="3024016" cy="495068"/>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rPr>
              <a:t>If saving is successful, we get a confirmation message; otherwise, there will be an error message</a:t>
            </a:r>
          </a:p>
        </p:txBody>
      </p:sp>
    </p:spTree>
    <p:extLst>
      <p:ext uri="{BB962C8B-B14F-4D97-AF65-F5344CB8AC3E}">
        <p14:creationId xmlns:p14="http://schemas.microsoft.com/office/powerpoint/2010/main" val="38008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94D75D80-A7FD-5E02-AAE6-94D74B427E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직사각형 39">
            <a:extLst>
              <a:ext uri="{FF2B5EF4-FFF2-40B4-BE49-F238E27FC236}">
                <a16:creationId xmlns:a16="http://schemas.microsoft.com/office/drawing/2014/main" id="{DECEEF6E-1D71-6B1E-E5FA-5D8E550576E9}"/>
              </a:ext>
            </a:extLst>
          </p:cNvPr>
          <p:cNvSpPr/>
          <p:nvPr/>
        </p:nvSpPr>
        <p:spPr>
          <a:xfrm>
            <a:off x="5200650" y="1700213"/>
            <a:ext cx="2792778" cy="360310"/>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 A file dialog appears to select a .h5 model file</a:t>
            </a:r>
          </a:p>
        </p:txBody>
      </p:sp>
      <p:sp>
        <p:nvSpPr>
          <p:cNvPr id="5" name="직사각형 39">
            <a:extLst>
              <a:ext uri="{FF2B5EF4-FFF2-40B4-BE49-F238E27FC236}">
                <a16:creationId xmlns:a16="http://schemas.microsoft.com/office/drawing/2014/main" id="{9D127151-76C1-6590-9A58-7FA32F531ECC}"/>
              </a:ext>
            </a:extLst>
          </p:cNvPr>
          <p:cNvSpPr/>
          <p:nvPr/>
        </p:nvSpPr>
        <p:spPr>
          <a:xfrm>
            <a:off x="9801226" y="638175"/>
            <a:ext cx="1947862" cy="360310"/>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If we go back to the Start window then click this button</a:t>
            </a:r>
          </a:p>
        </p:txBody>
      </p:sp>
      <p:cxnSp>
        <p:nvCxnSpPr>
          <p:cNvPr id="6" name="직선 화살표 연결선 67">
            <a:extLst>
              <a:ext uri="{FF2B5EF4-FFF2-40B4-BE49-F238E27FC236}">
                <a16:creationId xmlns:a16="http://schemas.microsoft.com/office/drawing/2014/main" id="{E0521E27-5162-570B-3D15-90E040E7ED8D}"/>
              </a:ext>
            </a:extLst>
          </p:cNvPr>
          <p:cNvCxnSpPr>
            <a:cxnSpLocks/>
          </p:cNvCxnSpPr>
          <p:nvPr/>
        </p:nvCxnSpPr>
        <p:spPr>
          <a:xfrm flipH="1">
            <a:off x="10529888" y="998485"/>
            <a:ext cx="300878" cy="28739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직사각형 39">
            <a:extLst>
              <a:ext uri="{FF2B5EF4-FFF2-40B4-BE49-F238E27FC236}">
                <a16:creationId xmlns:a16="http://schemas.microsoft.com/office/drawing/2014/main" id="{06DDB3B4-1FA7-97BA-6A76-7E4812A827A2}"/>
              </a:ext>
            </a:extLst>
          </p:cNvPr>
          <p:cNvSpPr/>
          <p:nvPr/>
        </p:nvSpPr>
        <p:spPr>
          <a:xfrm>
            <a:off x="7993428" y="4617323"/>
            <a:ext cx="2248740" cy="360310"/>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After selecting the file, we click “Open”</a:t>
            </a:r>
          </a:p>
        </p:txBody>
      </p:sp>
      <p:cxnSp>
        <p:nvCxnSpPr>
          <p:cNvPr id="10" name="직선 화살표 연결선 67">
            <a:extLst>
              <a:ext uri="{FF2B5EF4-FFF2-40B4-BE49-F238E27FC236}">
                <a16:creationId xmlns:a16="http://schemas.microsoft.com/office/drawing/2014/main" id="{8822010C-4218-1DAE-244B-780ABF88B29E}"/>
              </a:ext>
            </a:extLst>
          </p:cNvPr>
          <p:cNvCxnSpPr>
            <a:cxnSpLocks/>
          </p:cNvCxnSpPr>
          <p:nvPr/>
        </p:nvCxnSpPr>
        <p:spPr>
          <a:xfrm flipV="1">
            <a:off x="9017785" y="4029075"/>
            <a:ext cx="0" cy="588248"/>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1592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A1E7EE19-E279-1661-F209-D9B2877930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직사각형 39">
            <a:extLst>
              <a:ext uri="{FF2B5EF4-FFF2-40B4-BE49-F238E27FC236}">
                <a16:creationId xmlns:a16="http://schemas.microsoft.com/office/drawing/2014/main" id="{C905063E-0DC8-B73B-703D-B62ADC314A2D}"/>
              </a:ext>
            </a:extLst>
          </p:cNvPr>
          <p:cNvSpPr/>
          <p:nvPr/>
        </p:nvSpPr>
        <p:spPr>
          <a:xfrm>
            <a:off x="3711962" y="4792434"/>
            <a:ext cx="4385436" cy="397924"/>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The GUI opens the Neural Network Designer window with all the loaded </a:t>
            </a:r>
          </a:p>
          <a:p>
            <a:pPr algn="ctr"/>
            <a:r>
              <a:rPr lang="en-US" sz="1000" dirty="0">
                <a:solidFill>
                  <a:schemeClr val="tx1"/>
                </a:solidFill>
              </a:rPr>
              <a:t>information, so we can review, evaluate or continue working with the model</a:t>
            </a:r>
          </a:p>
        </p:txBody>
      </p:sp>
      <p:sp>
        <p:nvSpPr>
          <p:cNvPr id="4" name="직사각형 39">
            <a:extLst>
              <a:ext uri="{FF2B5EF4-FFF2-40B4-BE49-F238E27FC236}">
                <a16:creationId xmlns:a16="http://schemas.microsoft.com/office/drawing/2014/main" id="{9855562E-30E6-6B6A-4E31-0C941F44488E}"/>
              </a:ext>
            </a:extLst>
          </p:cNvPr>
          <p:cNvSpPr/>
          <p:nvPr/>
        </p:nvSpPr>
        <p:spPr>
          <a:xfrm>
            <a:off x="4454125" y="2469850"/>
            <a:ext cx="3283749" cy="250658"/>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Shows a success message if everything loads correctly</a:t>
            </a:r>
          </a:p>
        </p:txBody>
      </p:sp>
      <p:sp>
        <p:nvSpPr>
          <p:cNvPr id="5" name="직사각형 39">
            <a:extLst>
              <a:ext uri="{FF2B5EF4-FFF2-40B4-BE49-F238E27FC236}">
                <a16:creationId xmlns:a16="http://schemas.microsoft.com/office/drawing/2014/main" id="{6EE68CFB-6AB2-0644-4A5F-26BA419B90D9}"/>
              </a:ext>
            </a:extLst>
          </p:cNvPr>
          <p:cNvSpPr/>
          <p:nvPr/>
        </p:nvSpPr>
        <p:spPr>
          <a:xfrm>
            <a:off x="9581003" y="671375"/>
            <a:ext cx="2499526" cy="192171"/>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Then we can go to NN Evaluator window </a:t>
            </a:r>
          </a:p>
        </p:txBody>
      </p:sp>
      <p:cxnSp>
        <p:nvCxnSpPr>
          <p:cNvPr id="6" name="직선 화살표 연결선 67">
            <a:extLst>
              <a:ext uri="{FF2B5EF4-FFF2-40B4-BE49-F238E27FC236}">
                <a16:creationId xmlns:a16="http://schemas.microsoft.com/office/drawing/2014/main" id="{7ADEFB23-183B-54E4-EED7-0959F44CEAA8}"/>
              </a:ext>
            </a:extLst>
          </p:cNvPr>
          <p:cNvCxnSpPr>
            <a:cxnSpLocks/>
            <a:stCxn id="5" idx="0"/>
          </p:cNvCxnSpPr>
          <p:nvPr/>
        </p:nvCxnSpPr>
        <p:spPr>
          <a:xfrm flipV="1">
            <a:off x="10830766" y="419725"/>
            <a:ext cx="0" cy="25165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06557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7DF4B-0A6F-D2F2-4C24-9318DEFBA62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699154-313E-490F-AD4D-B142F50A96CB}"/>
              </a:ext>
            </a:extLst>
          </p:cNvPr>
          <p:cNvSpPr txBox="1"/>
          <p:nvPr/>
        </p:nvSpPr>
        <p:spPr>
          <a:xfrm>
            <a:off x="1474238" y="2621902"/>
            <a:ext cx="9013370" cy="1015663"/>
          </a:xfrm>
          <a:prstGeom prst="rect">
            <a:avLst/>
          </a:prstGeom>
          <a:noFill/>
        </p:spPr>
        <p:txBody>
          <a:bodyPr wrap="square" rtlCol="0">
            <a:spAutoFit/>
          </a:bodyPr>
          <a:lstStyle/>
          <a:p>
            <a:pPr algn="l"/>
            <a:r>
              <a:rPr lang="en-US" sz="6000"/>
              <a:t>4. Neural Network Evaluator</a:t>
            </a:r>
          </a:p>
        </p:txBody>
      </p:sp>
    </p:spTree>
    <p:extLst>
      <p:ext uri="{BB962C8B-B14F-4D97-AF65-F5344CB8AC3E}">
        <p14:creationId xmlns:p14="http://schemas.microsoft.com/office/powerpoint/2010/main" val="20194753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graph&#10;&#10;Description automatically generated">
            <a:extLst>
              <a:ext uri="{FF2B5EF4-FFF2-40B4-BE49-F238E27FC236}">
                <a16:creationId xmlns:a16="http://schemas.microsoft.com/office/drawing/2014/main" id="{265EB5D7-5F13-1877-E841-AC6534C630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직사각형 39">
            <a:extLst>
              <a:ext uri="{FF2B5EF4-FFF2-40B4-BE49-F238E27FC236}">
                <a16:creationId xmlns:a16="http://schemas.microsoft.com/office/drawing/2014/main" id="{88AE5D62-2EEF-B383-A9F7-E7AD1BA6A9D7}"/>
              </a:ext>
            </a:extLst>
          </p:cNvPr>
          <p:cNvSpPr/>
          <p:nvPr/>
        </p:nvSpPr>
        <p:spPr>
          <a:xfrm>
            <a:off x="2933393" y="209314"/>
            <a:ext cx="3403875" cy="875803"/>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When we save a model, the application also stores all the data and results needed to display the plots and metrics in the NN Evaluator window. This means that when we later load the </a:t>
            </a:r>
          </a:p>
          <a:p>
            <a:pPr algn="ctr"/>
            <a:r>
              <a:rPr lang="en-US" sz="1000" dirty="0">
                <a:solidFill>
                  <a:schemeClr val="tx1"/>
                </a:solidFill>
              </a:rPr>
              <a:t>model, we will see the same evaluation data, plots and </a:t>
            </a:r>
          </a:p>
          <a:p>
            <a:pPr algn="ctr"/>
            <a:r>
              <a:rPr lang="en-US" sz="1000" dirty="0">
                <a:solidFill>
                  <a:schemeClr val="tx1"/>
                </a:solidFill>
              </a:rPr>
              <a:t>statistics exactly as they appeared at the time of saving</a:t>
            </a:r>
          </a:p>
        </p:txBody>
      </p:sp>
      <p:sp>
        <p:nvSpPr>
          <p:cNvPr id="4" name="직사각형 38">
            <a:extLst>
              <a:ext uri="{FF2B5EF4-FFF2-40B4-BE49-F238E27FC236}">
                <a16:creationId xmlns:a16="http://schemas.microsoft.com/office/drawing/2014/main" id="{AE631ADB-853A-B3F3-CC10-CB4849740B45}"/>
              </a:ext>
            </a:extLst>
          </p:cNvPr>
          <p:cNvSpPr/>
          <p:nvPr/>
        </p:nvSpPr>
        <p:spPr>
          <a:xfrm>
            <a:off x="774983" y="5646534"/>
            <a:ext cx="4756913" cy="871773"/>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This plot shows how the model’s predicted phases compare to the actual (ground truth) phases over time. The x-axis represents time (or sample index) and the y-axis shows the different movement phases. It helps the user visually assess how closely the model’s predictions follow the true sequence</a:t>
            </a:r>
          </a:p>
        </p:txBody>
      </p:sp>
    </p:spTree>
    <p:extLst>
      <p:ext uri="{BB962C8B-B14F-4D97-AF65-F5344CB8AC3E}">
        <p14:creationId xmlns:p14="http://schemas.microsoft.com/office/powerpoint/2010/main" val="1440870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graph&#10;&#10;Description automatically generated">
            <a:extLst>
              <a:ext uri="{FF2B5EF4-FFF2-40B4-BE49-F238E27FC236}">
                <a16:creationId xmlns:a16="http://schemas.microsoft.com/office/drawing/2014/main" id="{919BA988-5DDB-B06E-0211-8F98E1710E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직사각형 38">
            <a:extLst>
              <a:ext uri="{FF2B5EF4-FFF2-40B4-BE49-F238E27FC236}">
                <a16:creationId xmlns:a16="http://schemas.microsoft.com/office/drawing/2014/main" id="{CC0D5E65-2F39-B739-358E-14F2E7EDD134}"/>
              </a:ext>
            </a:extLst>
          </p:cNvPr>
          <p:cNvSpPr/>
          <p:nvPr/>
        </p:nvSpPr>
        <p:spPr>
          <a:xfrm>
            <a:off x="342496" y="5720674"/>
            <a:ext cx="4206320" cy="871773"/>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When we scroll down, there is another plot. This scatter plot compares each predicted phase to the corresponding ground truth phase for all test samples. Each point represents a prediction. Points on the diagonal indicate correct </a:t>
            </a:r>
          </a:p>
          <a:p>
            <a:r>
              <a:rPr lang="en-US" sz="1000" dirty="0">
                <a:solidFill>
                  <a:schemeClr val="tx1"/>
                </a:solidFill>
              </a:rPr>
              <a:t>predictions, while off-diagonal points show errors. This plot gives a quick </a:t>
            </a:r>
          </a:p>
          <a:p>
            <a:r>
              <a:rPr lang="en-US" sz="1000" dirty="0">
                <a:solidFill>
                  <a:schemeClr val="tx1"/>
                </a:solidFill>
              </a:rPr>
              <a:t>overview of the model’s classification accuracy and error patterns.</a:t>
            </a:r>
          </a:p>
        </p:txBody>
      </p:sp>
    </p:spTree>
    <p:extLst>
      <p:ext uri="{BB962C8B-B14F-4D97-AF65-F5344CB8AC3E}">
        <p14:creationId xmlns:p14="http://schemas.microsoft.com/office/powerpoint/2010/main" val="15860550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C2D77817-0A25-6434-E44B-CBBBF4DD1C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직사각형 12">
            <a:extLst>
              <a:ext uri="{FF2B5EF4-FFF2-40B4-BE49-F238E27FC236}">
                <a16:creationId xmlns:a16="http://schemas.microsoft.com/office/drawing/2014/main" id="{9F77C636-A4C9-1830-8284-8189784B4C7C}"/>
              </a:ext>
            </a:extLst>
          </p:cNvPr>
          <p:cNvSpPr/>
          <p:nvPr/>
        </p:nvSpPr>
        <p:spPr>
          <a:xfrm>
            <a:off x="5739883" y="2103065"/>
            <a:ext cx="2840237" cy="472496"/>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Displays the percentage of correct predictions made by the model on the test set</a:t>
            </a:r>
            <a:endParaRPr lang="en-US" sz="1000" dirty="0">
              <a:solidFill>
                <a:sysClr val="windowText" lastClr="000000"/>
              </a:solidFill>
            </a:endParaRPr>
          </a:p>
        </p:txBody>
      </p:sp>
      <p:sp>
        <p:nvSpPr>
          <p:cNvPr id="6" name="직사각형 12">
            <a:extLst>
              <a:ext uri="{FF2B5EF4-FFF2-40B4-BE49-F238E27FC236}">
                <a16:creationId xmlns:a16="http://schemas.microsoft.com/office/drawing/2014/main" id="{7F7585FE-31A1-0B1E-1A06-B08A8D857479}"/>
              </a:ext>
            </a:extLst>
          </p:cNvPr>
          <p:cNvSpPr/>
          <p:nvPr/>
        </p:nvSpPr>
        <p:spPr>
          <a:xfrm>
            <a:off x="7901785" y="3487916"/>
            <a:ext cx="3485261" cy="1017824"/>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A visual matrix that shows how often each true phase was predicted as each possible phase. The diagonal cells represent correct predictions, while off-diagonal cells show misclassifications. This helps the user see which phases are most often confused by the model</a:t>
            </a:r>
            <a:endParaRPr lang="en-US" sz="1000" dirty="0">
              <a:solidFill>
                <a:sysClr val="windowText" lastClr="000000"/>
              </a:solidFill>
            </a:endParaRPr>
          </a:p>
        </p:txBody>
      </p:sp>
      <p:sp>
        <p:nvSpPr>
          <p:cNvPr id="7" name="직사각형 12">
            <a:extLst>
              <a:ext uri="{FF2B5EF4-FFF2-40B4-BE49-F238E27FC236}">
                <a16:creationId xmlns:a16="http://schemas.microsoft.com/office/drawing/2014/main" id="{FC130165-4A69-7F48-F19B-3CBD6E74EB19}"/>
              </a:ext>
            </a:extLst>
          </p:cNvPr>
          <p:cNvSpPr/>
          <p:nvPr/>
        </p:nvSpPr>
        <p:spPr>
          <a:xfrm>
            <a:off x="5488092" y="5590979"/>
            <a:ext cx="3987213" cy="472497"/>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Mean Squared Error : shows the average squared difference between the predicted and true values. Lower values indicate better performance</a:t>
            </a:r>
            <a:endParaRPr lang="en-US" sz="1000" dirty="0">
              <a:solidFill>
                <a:sysClr val="windowText" lastClr="000000"/>
              </a:solidFill>
            </a:endParaRPr>
          </a:p>
        </p:txBody>
      </p:sp>
      <p:sp>
        <p:nvSpPr>
          <p:cNvPr id="8" name="직사각형 12">
            <a:extLst>
              <a:ext uri="{FF2B5EF4-FFF2-40B4-BE49-F238E27FC236}">
                <a16:creationId xmlns:a16="http://schemas.microsoft.com/office/drawing/2014/main" id="{9CD62459-175B-A9B0-DA69-9C4F173BC126}"/>
              </a:ext>
            </a:extLst>
          </p:cNvPr>
          <p:cNvSpPr/>
          <p:nvPr/>
        </p:nvSpPr>
        <p:spPr>
          <a:xfrm>
            <a:off x="5488091" y="6097212"/>
            <a:ext cx="3987213" cy="369849"/>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Root Mean Squared Error: the square root of MSE, giving an error measure in the same units as the target variable. </a:t>
            </a:r>
            <a:endParaRPr lang="en-US" sz="1000" dirty="0">
              <a:solidFill>
                <a:sysClr val="windowText" lastClr="000000"/>
              </a:solidFill>
            </a:endParaRPr>
          </a:p>
        </p:txBody>
      </p:sp>
    </p:spTree>
    <p:extLst>
      <p:ext uri="{BB962C8B-B14F-4D97-AF65-F5344CB8AC3E}">
        <p14:creationId xmlns:p14="http://schemas.microsoft.com/office/powerpoint/2010/main" val="1732411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9A3AEFEA-7A41-C19F-0B52-8462BB566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직사각형 12">
            <a:extLst>
              <a:ext uri="{FF2B5EF4-FFF2-40B4-BE49-F238E27FC236}">
                <a16:creationId xmlns:a16="http://schemas.microsoft.com/office/drawing/2014/main" id="{B0F53A00-59A9-DE16-085D-D768A1652EEE}"/>
              </a:ext>
            </a:extLst>
          </p:cNvPr>
          <p:cNvSpPr/>
          <p:nvPr/>
        </p:nvSpPr>
        <p:spPr>
          <a:xfrm>
            <a:off x="4322316" y="706342"/>
            <a:ext cx="3245950" cy="369849"/>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This section lets user compare the performance of two different neural network models saved earlier side by side</a:t>
            </a:r>
            <a:endParaRPr lang="en-US" sz="1000" dirty="0">
              <a:solidFill>
                <a:sysClr val="windowText" lastClr="000000"/>
              </a:solidFill>
            </a:endParaRPr>
          </a:p>
        </p:txBody>
      </p:sp>
      <p:sp>
        <p:nvSpPr>
          <p:cNvPr id="12" name="직사각형 12">
            <a:extLst>
              <a:ext uri="{FF2B5EF4-FFF2-40B4-BE49-F238E27FC236}">
                <a16:creationId xmlns:a16="http://schemas.microsoft.com/office/drawing/2014/main" id="{6353DABC-5A68-5DDB-F53F-F2813ED8318F}"/>
              </a:ext>
            </a:extLst>
          </p:cNvPr>
          <p:cNvSpPr/>
          <p:nvPr/>
        </p:nvSpPr>
        <p:spPr>
          <a:xfrm>
            <a:off x="4322316" y="3244075"/>
            <a:ext cx="3245950" cy="369849"/>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Initially, this section is completely blank, with no models or plots displayed</a:t>
            </a:r>
            <a:endParaRPr lang="en-US" sz="1000" dirty="0">
              <a:solidFill>
                <a:sysClr val="windowText" lastClr="000000"/>
              </a:solidFill>
            </a:endParaRPr>
          </a:p>
        </p:txBody>
      </p:sp>
    </p:spTree>
    <p:extLst>
      <p:ext uri="{BB962C8B-B14F-4D97-AF65-F5344CB8AC3E}">
        <p14:creationId xmlns:p14="http://schemas.microsoft.com/office/powerpoint/2010/main" val="1391280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E27FE08B-99FE-9075-907B-19E873D3AA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직사각형 12">
            <a:extLst>
              <a:ext uri="{FF2B5EF4-FFF2-40B4-BE49-F238E27FC236}">
                <a16:creationId xmlns:a16="http://schemas.microsoft.com/office/drawing/2014/main" id="{7760B911-A9D5-BF2A-1FD5-ECB026D325B8}"/>
              </a:ext>
            </a:extLst>
          </p:cNvPr>
          <p:cNvSpPr/>
          <p:nvPr/>
        </p:nvSpPr>
        <p:spPr>
          <a:xfrm>
            <a:off x="1576460" y="2030279"/>
            <a:ext cx="1058251" cy="228150"/>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000" dirty="0">
                <a:solidFill>
                  <a:schemeClr val="tx1"/>
                </a:solidFill>
              </a:rPr>
              <a:t>If we click here</a:t>
            </a:r>
            <a:endParaRPr lang="en-US" sz="1000" dirty="0">
              <a:solidFill>
                <a:sysClr val="windowText" lastClr="000000"/>
              </a:solidFill>
            </a:endParaRPr>
          </a:p>
        </p:txBody>
      </p:sp>
      <p:sp>
        <p:nvSpPr>
          <p:cNvPr id="5" name="직사각형 39">
            <a:extLst>
              <a:ext uri="{FF2B5EF4-FFF2-40B4-BE49-F238E27FC236}">
                <a16:creationId xmlns:a16="http://schemas.microsoft.com/office/drawing/2014/main" id="{1809E25E-EAA4-704F-5703-DBF2C3AB9397}"/>
              </a:ext>
            </a:extLst>
          </p:cNvPr>
          <p:cNvSpPr/>
          <p:nvPr/>
        </p:nvSpPr>
        <p:spPr>
          <a:xfrm>
            <a:off x="5851579" y="1722052"/>
            <a:ext cx="2792778" cy="360310"/>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 A file dialog appears to select a .h5 model file</a:t>
            </a:r>
          </a:p>
        </p:txBody>
      </p:sp>
    </p:spTree>
    <p:extLst>
      <p:ext uri="{BB962C8B-B14F-4D97-AF65-F5344CB8AC3E}">
        <p14:creationId xmlns:p14="http://schemas.microsoft.com/office/powerpoint/2010/main" val="164613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3AC1B28C-7D16-9C7F-ED77-64B4BE31D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직사각형 12">
            <a:extLst>
              <a:ext uri="{FF2B5EF4-FFF2-40B4-BE49-F238E27FC236}">
                <a16:creationId xmlns:a16="http://schemas.microsoft.com/office/drawing/2014/main" id="{1ABC3919-090D-B92C-14BF-2A23507DE4F6}"/>
              </a:ext>
            </a:extLst>
          </p:cNvPr>
          <p:cNvSpPr/>
          <p:nvPr/>
        </p:nvSpPr>
        <p:spPr>
          <a:xfrm>
            <a:off x="1210559" y="2136994"/>
            <a:ext cx="3987213" cy="369850"/>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The performance plot for Model A is displayed, showing its predictions versus the ground truth</a:t>
            </a:r>
          </a:p>
        </p:txBody>
      </p:sp>
      <p:sp>
        <p:nvSpPr>
          <p:cNvPr id="5" name="직사각형 12">
            <a:extLst>
              <a:ext uri="{FF2B5EF4-FFF2-40B4-BE49-F238E27FC236}">
                <a16:creationId xmlns:a16="http://schemas.microsoft.com/office/drawing/2014/main" id="{978108A2-30BE-28B4-726C-FB701CE88EE5}"/>
              </a:ext>
            </a:extLst>
          </p:cNvPr>
          <p:cNvSpPr/>
          <p:nvPr/>
        </p:nvSpPr>
        <p:spPr>
          <a:xfrm>
            <a:off x="1972159" y="4925235"/>
            <a:ext cx="3987213" cy="369849"/>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Model details such as accuracy, used sensor data and a button to view hyperparameters are shown below the plot</a:t>
            </a:r>
          </a:p>
        </p:txBody>
      </p:sp>
      <p:sp>
        <p:nvSpPr>
          <p:cNvPr id="6" name="직사각형 12">
            <a:extLst>
              <a:ext uri="{FF2B5EF4-FFF2-40B4-BE49-F238E27FC236}">
                <a16:creationId xmlns:a16="http://schemas.microsoft.com/office/drawing/2014/main" id="{CA60350A-9647-13F9-D7A5-1F4D048EEC17}"/>
              </a:ext>
            </a:extLst>
          </p:cNvPr>
          <p:cNvSpPr/>
          <p:nvPr/>
        </p:nvSpPr>
        <p:spPr>
          <a:xfrm>
            <a:off x="4075759" y="5762626"/>
            <a:ext cx="1382861" cy="176848"/>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If we click this button</a:t>
            </a:r>
            <a:endParaRPr lang="en-US" sz="1000" dirty="0">
              <a:solidFill>
                <a:sysClr val="windowText" lastClr="000000"/>
              </a:solidFill>
            </a:endParaRPr>
          </a:p>
        </p:txBody>
      </p:sp>
      <p:cxnSp>
        <p:nvCxnSpPr>
          <p:cNvPr id="7" name="직선 화살표 연결선 67">
            <a:extLst>
              <a:ext uri="{FF2B5EF4-FFF2-40B4-BE49-F238E27FC236}">
                <a16:creationId xmlns:a16="http://schemas.microsoft.com/office/drawing/2014/main" id="{35D2C789-3FA4-5DB6-DE2F-91D8BA7075CA}"/>
              </a:ext>
            </a:extLst>
          </p:cNvPr>
          <p:cNvCxnSpPr>
            <a:cxnSpLocks/>
          </p:cNvCxnSpPr>
          <p:nvPr/>
        </p:nvCxnSpPr>
        <p:spPr>
          <a:xfrm flipH="1">
            <a:off x="3752298" y="5864289"/>
            <a:ext cx="323461" cy="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53691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7E374D50-F931-DEE3-A533-60C685FA6A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직사각형 12">
            <a:extLst>
              <a:ext uri="{FF2B5EF4-FFF2-40B4-BE49-F238E27FC236}">
                <a16:creationId xmlns:a16="http://schemas.microsoft.com/office/drawing/2014/main" id="{9177F74A-3DD4-C560-8397-AB76A9CE7034}"/>
              </a:ext>
            </a:extLst>
          </p:cNvPr>
          <p:cNvSpPr/>
          <p:nvPr/>
        </p:nvSpPr>
        <p:spPr>
          <a:xfrm>
            <a:off x="4515383" y="4700747"/>
            <a:ext cx="3161234" cy="750483"/>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A dialog window appears showing all the training settings and architecture details used for the selected model. This allows the user to review and compare the exact configuration used to train the model</a:t>
            </a:r>
          </a:p>
        </p:txBody>
      </p:sp>
    </p:spTree>
    <p:extLst>
      <p:ext uri="{BB962C8B-B14F-4D97-AF65-F5344CB8AC3E}">
        <p14:creationId xmlns:p14="http://schemas.microsoft.com/office/powerpoint/2010/main" val="612910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21E3F2E0-6C11-4F4A-3B53-35B1A72D4D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직사각형 12">
            <a:extLst>
              <a:ext uri="{FF2B5EF4-FFF2-40B4-BE49-F238E27FC236}">
                <a16:creationId xmlns:a16="http://schemas.microsoft.com/office/drawing/2014/main" id="{AC03D11C-7A20-A212-ABA7-C65D33325E51}"/>
              </a:ext>
            </a:extLst>
          </p:cNvPr>
          <p:cNvSpPr/>
          <p:nvPr/>
        </p:nvSpPr>
        <p:spPr>
          <a:xfrm>
            <a:off x="7867875" y="2076193"/>
            <a:ext cx="3987213" cy="369850"/>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Then we select Model B by clicking this button, the application also suggests the most recently loaded model as a recommended option</a:t>
            </a:r>
          </a:p>
        </p:txBody>
      </p:sp>
      <p:cxnSp>
        <p:nvCxnSpPr>
          <p:cNvPr id="6" name="직선 화살표 연결선 67">
            <a:extLst>
              <a:ext uri="{FF2B5EF4-FFF2-40B4-BE49-F238E27FC236}">
                <a16:creationId xmlns:a16="http://schemas.microsoft.com/office/drawing/2014/main" id="{9AB351CE-25F2-2860-D7AB-9D1D90ACD7B7}"/>
              </a:ext>
            </a:extLst>
          </p:cNvPr>
          <p:cNvCxnSpPr>
            <a:cxnSpLocks/>
          </p:cNvCxnSpPr>
          <p:nvPr/>
        </p:nvCxnSpPr>
        <p:spPr>
          <a:xfrm flipH="1">
            <a:off x="6986954" y="2167200"/>
            <a:ext cx="880921" cy="658062"/>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 name="직선 화살표 연결선 67">
            <a:extLst>
              <a:ext uri="{FF2B5EF4-FFF2-40B4-BE49-F238E27FC236}">
                <a16:creationId xmlns:a16="http://schemas.microsoft.com/office/drawing/2014/main" id="{B34F38C0-467F-1618-4888-94B541642B17}"/>
              </a:ext>
            </a:extLst>
          </p:cNvPr>
          <p:cNvCxnSpPr>
            <a:cxnSpLocks/>
          </p:cNvCxnSpPr>
          <p:nvPr/>
        </p:nvCxnSpPr>
        <p:spPr>
          <a:xfrm flipH="1">
            <a:off x="7326923" y="2167200"/>
            <a:ext cx="540952" cy="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62025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9DFC311D-50BC-A8AF-D8E8-B1643E583E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직사각형 12">
            <a:extLst>
              <a:ext uri="{FF2B5EF4-FFF2-40B4-BE49-F238E27FC236}">
                <a16:creationId xmlns:a16="http://schemas.microsoft.com/office/drawing/2014/main" id="{B9C03010-856A-113A-E678-432C01883510}"/>
              </a:ext>
            </a:extLst>
          </p:cNvPr>
          <p:cNvSpPr/>
          <p:nvPr/>
        </p:nvSpPr>
        <p:spPr>
          <a:xfrm>
            <a:off x="7889654" y="4763108"/>
            <a:ext cx="3987213" cy="488337"/>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Model details such as accuracy, used sensor data and a button to view hyperparameters are shown below the plot</a:t>
            </a:r>
          </a:p>
        </p:txBody>
      </p:sp>
      <p:sp>
        <p:nvSpPr>
          <p:cNvPr id="4" name="직사각형 12">
            <a:extLst>
              <a:ext uri="{FF2B5EF4-FFF2-40B4-BE49-F238E27FC236}">
                <a16:creationId xmlns:a16="http://schemas.microsoft.com/office/drawing/2014/main" id="{4CE1E769-A1FE-D35A-5019-A99D5990ACBC}"/>
              </a:ext>
            </a:extLst>
          </p:cNvPr>
          <p:cNvSpPr/>
          <p:nvPr/>
        </p:nvSpPr>
        <p:spPr>
          <a:xfrm>
            <a:off x="7889655" y="2196629"/>
            <a:ext cx="3987213" cy="369850"/>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After selecting the second model, the performance plot for Model B is also displayed, showing its predictions versus the ground truth</a:t>
            </a:r>
          </a:p>
        </p:txBody>
      </p:sp>
    </p:spTree>
    <p:extLst>
      <p:ext uri="{BB962C8B-B14F-4D97-AF65-F5344CB8AC3E}">
        <p14:creationId xmlns:p14="http://schemas.microsoft.com/office/powerpoint/2010/main" val="27076754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Description automatically generated">
            <a:extLst>
              <a:ext uri="{FF2B5EF4-FFF2-40B4-BE49-F238E27FC236}">
                <a16:creationId xmlns:a16="http://schemas.microsoft.com/office/drawing/2014/main" id="{00543E02-67BB-3640-FA1F-2EF6AB429F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3" name="직사각형 12">
            <a:extLst>
              <a:ext uri="{FF2B5EF4-FFF2-40B4-BE49-F238E27FC236}">
                <a16:creationId xmlns:a16="http://schemas.microsoft.com/office/drawing/2014/main" id="{54E66964-B266-71A9-DC1E-58FD629270B9}"/>
              </a:ext>
            </a:extLst>
          </p:cNvPr>
          <p:cNvSpPr/>
          <p:nvPr/>
        </p:nvSpPr>
        <p:spPr>
          <a:xfrm>
            <a:off x="4515383" y="4688047"/>
            <a:ext cx="3161234" cy="455453"/>
          </a:xfrm>
          <a:prstGeom prst="rect">
            <a:avLst/>
          </a:prstGeom>
          <a:solidFill>
            <a:srgbClr val="FFC000"/>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ko-KR" sz="1000" dirty="0">
                <a:solidFill>
                  <a:schemeClr val="tx1"/>
                </a:solidFill>
              </a:rPr>
              <a:t>We can also click this to view all the training settings and architecture details used for this model. </a:t>
            </a:r>
          </a:p>
        </p:txBody>
      </p:sp>
      <p:cxnSp>
        <p:nvCxnSpPr>
          <p:cNvPr id="4" name="직선 화살표 연결선 67">
            <a:extLst>
              <a:ext uri="{FF2B5EF4-FFF2-40B4-BE49-F238E27FC236}">
                <a16:creationId xmlns:a16="http://schemas.microsoft.com/office/drawing/2014/main" id="{4C50B9AB-B9D8-FB3D-8AC4-D57CE11A4A3C}"/>
              </a:ext>
            </a:extLst>
          </p:cNvPr>
          <p:cNvCxnSpPr>
            <a:cxnSpLocks/>
          </p:cNvCxnSpPr>
          <p:nvPr/>
        </p:nvCxnSpPr>
        <p:spPr>
          <a:xfrm>
            <a:off x="5956300" y="5143500"/>
            <a:ext cx="3111500" cy="622300"/>
          </a:xfrm>
          <a:prstGeom prst="straightConnector1">
            <a:avLst/>
          </a:prstGeom>
          <a:ln>
            <a:solidFill>
              <a:schemeClr val="tx1">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753903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retendards">
      <a:majorFont>
        <a:latin typeface="Pretendard"/>
        <a:ea typeface="Pretendard"/>
        <a:cs typeface=""/>
      </a:majorFont>
      <a:minorFont>
        <a:latin typeface="Pretendard"/>
        <a:ea typeface="Pretendar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bg1">
              <a:lumMod val="85000"/>
            </a:schemeClr>
          </a:solidFill>
        </a:ln>
      </a:spPr>
      <a:bodyPr rtlCol="0" anchor="ctr"/>
      <a:lstStyle>
        <a:defPPr algn="ctr">
          <a:defRPr sz="100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lumMod val="75000"/>
              <a:lumOff val="25000"/>
            </a:schemeClr>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sz="1000"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F3ED390299BD7D4082495CD558AE0A2C" ma:contentTypeVersion="15" ma:contentTypeDescription="새 문서를 만듭니다." ma:contentTypeScope="" ma:versionID="a0a192fa48f1647312e31909933d3e63">
  <xsd:schema xmlns:xsd="http://www.w3.org/2001/XMLSchema" xmlns:xs="http://www.w3.org/2001/XMLSchema" xmlns:p="http://schemas.microsoft.com/office/2006/metadata/properties" xmlns:ns3="cb8a1bae-c6da-4c1c-be8a-18393f15f5de" targetNamespace="http://schemas.microsoft.com/office/2006/metadata/properties" ma:root="true" ma:fieldsID="b5e8c6474dce9cb470b683224287ffa0" ns3:_="">
    <xsd:import namespace="cb8a1bae-c6da-4c1c-be8a-18393f15f5d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MediaLengthInSeconds" minOccurs="0"/>
                <xsd:element ref="ns3:MediaServiceObjectDetectorVersions"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8a1bae-c6da-4c1c-be8a-18393f15f5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B66923-627C-4B12-8699-9E7D079A0B5A}">
  <ds:schemaRefs>
    <ds:schemaRef ds:uri="http://purl.org/dc/dcmitype/"/>
    <ds:schemaRef ds:uri="http://purl.org/dc/elements/1.1/"/>
    <ds:schemaRef ds:uri="http://schemas.microsoft.com/office/2006/documentManagement/types"/>
    <ds:schemaRef ds:uri="http://purl.org/dc/terms/"/>
    <ds:schemaRef ds:uri="http://schemas.openxmlformats.org/package/2006/metadata/core-properties"/>
    <ds:schemaRef ds:uri="http://schemas.microsoft.com/office/2006/metadata/properties"/>
    <ds:schemaRef ds:uri="cb8a1bae-c6da-4c1c-be8a-18393f15f5de"/>
    <ds:schemaRef ds:uri="http://www.w3.org/XML/1998/namespace"/>
    <ds:schemaRef ds:uri="http://schemas.microsoft.com/office/infopath/2007/PartnerControls"/>
  </ds:schemaRefs>
</ds:datastoreItem>
</file>

<file path=customXml/itemProps2.xml><?xml version="1.0" encoding="utf-8"?>
<ds:datastoreItem xmlns:ds="http://schemas.openxmlformats.org/officeDocument/2006/customXml" ds:itemID="{25A1C5CE-5ED7-46F5-89FB-FF58EE41A255}">
  <ds:schemaRefs>
    <ds:schemaRef ds:uri="http://schemas.microsoft.com/sharepoint/v3/contenttype/forms"/>
  </ds:schemaRefs>
</ds:datastoreItem>
</file>

<file path=customXml/itemProps3.xml><?xml version="1.0" encoding="utf-8"?>
<ds:datastoreItem xmlns:ds="http://schemas.openxmlformats.org/officeDocument/2006/customXml" ds:itemID="{E46E18B5-C8D0-4D45-B62E-B1756653C8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8a1bae-c6da-4c1c-be8a-18393f15f5d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3923</TotalTime>
  <Words>1397</Words>
  <Application>Microsoft Macintosh PowerPoint</Application>
  <PresentationFormat>Widescreen</PresentationFormat>
  <Paragraphs>96</Paragraphs>
  <Slides>41</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맑은 고딕</vt:lpstr>
      <vt:lpstr>Arial</vt:lpstr>
      <vt:lpstr>Pretendard</vt:lpstr>
      <vt:lpstr>Office 테마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 태연</dc:creator>
  <cp:lastModifiedBy>Nguyen Thanh Uyen</cp:lastModifiedBy>
  <cp:revision>19</cp:revision>
  <dcterms:created xsi:type="dcterms:W3CDTF">2025-04-30T07:44:28Z</dcterms:created>
  <dcterms:modified xsi:type="dcterms:W3CDTF">2025-06-19T10:22:52Z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0x010100F3ED390299BD7D4082495CD558AE0A2C</vt:lpwstr>
  </property>
  <property fmtid="{D5CDD505-2E9C-101B-9397-08002B2CF9AE}" pid="4" name="ComplianceAssetId">
    <vt:lpwstr/>
  </property>
  <property fmtid="{D5CDD505-2E9C-101B-9397-08002B2CF9AE}" pid="5" name="_ExtendedDescription">
    <vt:lpwstr/>
  </property>
  <property fmtid="{D5CDD505-2E9C-101B-9397-08002B2CF9AE}" pid="6" name="TriggerFlowInfo">
    <vt:lpwstr/>
  </property>
</Properties>
</file>